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3329900" cy="32727900"/>
  <p:notesSz cx="6858000" cy="9144000"/>
  <p:embeddedFontLst>
    <p:embeddedFont>
      <p:font typeface="Cambria" panose="02040503050406030204" pitchFamily="18" charset="0"/>
      <p:regular r:id="rId3"/>
      <p:bold r:id="rId4"/>
      <p:italic r:id="rId5"/>
      <p:boldItalic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440" y="-31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5" Type="http://schemas.openxmlformats.org/officeDocument/2006/relationships/font" Target="fonts/font3.fntdata"/><Relationship Id="rId10" Type="http://schemas.openxmlformats.org/officeDocument/2006/relationships/tableStyles" Target="tableStyles.xml"/><Relationship Id="rId4" Type="http://schemas.openxmlformats.org/officeDocument/2006/relationships/font" Target="fonts/font2.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3336250" cy="32727900"/>
          </a:xfrm>
          <a:custGeom>
            <a:avLst/>
            <a:gdLst/>
            <a:ahLst/>
            <a:cxnLst/>
            <a:rect l="l" t="t" r="r" b="b"/>
            <a:pathLst>
              <a:path w="23336250" h="32727900">
                <a:moveTo>
                  <a:pt x="0" y="0"/>
                </a:moveTo>
                <a:lnTo>
                  <a:pt x="23336250" y="0"/>
                </a:lnTo>
                <a:lnTo>
                  <a:pt x="23336250" y="32727900"/>
                </a:lnTo>
                <a:lnTo>
                  <a:pt x="0" y="32727900"/>
                </a:lnTo>
                <a:lnTo>
                  <a:pt x="0" y="0"/>
                </a:lnTo>
                <a:close/>
              </a:path>
            </a:pathLst>
          </a:custGeom>
          <a:blipFill>
            <a:blip r:embed="rId2"/>
            <a:stretch>
              <a:fillRect t="-13" b="-13"/>
            </a:stretch>
          </a:blipFill>
        </p:spPr>
        <p:txBody>
          <a:bodyPr/>
          <a:lstStyle/>
          <a:p>
            <a:endParaRPr lang="en-US" sz="2400" dirty="0">
              <a:latin typeface="Cambria" panose="02040503050406030204" pitchFamily="18" charset="0"/>
              <a:ea typeface="Cambria" panose="02040503050406030204" pitchFamily="18" charset="0"/>
            </a:endParaRPr>
          </a:p>
        </p:txBody>
      </p:sp>
      <p:sp>
        <p:nvSpPr>
          <p:cNvPr id="9" name="Rectangle: Rounded Corners 40">
            <a:extLst>
              <a:ext uri="{FF2B5EF4-FFF2-40B4-BE49-F238E27FC236}">
                <a16:creationId xmlns:a16="http://schemas.microsoft.com/office/drawing/2014/main" id="{507A1302-ED85-B0F2-1105-F869ADF590E4}"/>
              </a:ext>
            </a:extLst>
          </p:cNvPr>
          <p:cNvSpPr/>
          <p:nvPr/>
        </p:nvSpPr>
        <p:spPr>
          <a:xfrm>
            <a:off x="819710" y="12441831"/>
            <a:ext cx="22048748" cy="15428319"/>
          </a:xfrm>
          <a:custGeom>
            <a:avLst/>
            <a:gdLst>
              <a:gd name="connsiteX0" fmla="*/ 0 w 12919682"/>
              <a:gd name="connsiteY0" fmla="*/ 2015930 h 12095337"/>
              <a:gd name="connsiteX1" fmla="*/ 2015930 w 12919682"/>
              <a:gd name="connsiteY1" fmla="*/ 0 h 12095337"/>
              <a:gd name="connsiteX2" fmla="*/ 10903752 w 12919682"/>
              <a:gd name="connsiteY2" fmla="*/ 0 h 12095337"/>
              <a:gd name="connsiteX3" fmla="*/ 12919682 w 12919682"/>
              <a:gd name="connsiteY3" fmla="*/ 2015930 h 12095337"/>
              <a:gd name="connsiteX4" fmla="*/ 12919682 w 12919682"/>
              <a:gd name="connsiteY4" fmla="*/ 10079407 h 12095337"/>
              <a:gd name="connsiteX5" fmla="*/ 10903752 w 12919682"/>
              <a:gd name="connsiteY5" fmla="*/ 12095337 h 12095337"/>
              <a:gd name="connsiteX6" fmla="*/ 2015930 w 12919682"/>
              <a:gd name="connsiteY6" fmla="*/ 12095337 h 12095337"/>
              <a:gd name="connsiteX7" fmla="*/ 0 w 12919682"/>
              <a:gd name="connsiteY7" fmla="*/ 10079407 h 12095337"/>
              <a:gd name="connsiteX8" fmla="*/ 0 w 12919682"/>
              <a:gd name="connsiteY8" fmla="*/ 2015930 h 12095337"/>
              <a:gd name="connsiteX0" fmla="*/ 0 w 12919682"/>
              <a:gd name="connsiteY0" fmla="*/ 2015930 h 12095337"/>
              <a:gd name="connsiteX1" fmla="*/ 2015930 w 12919682"/>
              <a:gd name="connsiteY1" fmla="*/ 0 h 12095337"/>
              <a:gd name="connsiteX2" fmla="*/ 10903752 w 12919682"/>
              <a:gd name="connsiteY2" fmla="*/ 0 h 12095337"/>
              <a:gd name="connsiteX3" fmla="*/ 12919682 w 12919682"/>
              <a:gd name="connsiteY3" fmla="*/ 2015930 h 12095337"/>
              <a:gd name="connsiteX4" fmla="*/ 12919682 w 12919682"/>
              <a:gd name="connsiteY4" fmla="*/ 10079407 h 12095337"/>
              <a:gd name="connsiteX5" fmla="*/ 10903752 w 12919682"/>
              <a:gd name="connsiteY5" fmla="*/ 12095337 h 12095337"/>
              <a:gd name="connsiteX6" fmla="*/ 2015930 w 12919682"/>
              <a:gd name="connsiteY6" fmla="*/ 12095337 h 12095337"/>
              <a:gd name="connsiteX7" fmla="*/ 0 w 12919682"/>
              <a:gd name="connsiteY7" fmla="*/ 10863178 h 12095337"/>
              <a:gd name="connsiteX8" fmla="*/ 0 w 12919682"/>
              <a:gd name="connsiteY8" fmla="*/ 2015930 h 12095337"/>
              <a:gd name="connsiteX0" fmla="*/ 0 w 12919682"/>
              <a:gd name="connsiteY0" fmla="*/ 2015930 h 12132660"/>
              <a:gd name="connsiteX1" fmla="*/ 2015930 w 12919682"/>
              <a:gd name="connsiteY1" fmla="*/ 0 h 12132660"/>
              <a:gd name="connsiteX2" fmla="*/ 10903752 w 12919682"/>
              <a:gd name="connsiteY2" fmla="*/ 0 h 12132660"/>
              <a:gd name="connsiteX3" fmla="*/ 12919682 w 12919682"/>
              <a:gd name="connsiteY3" fmla="*/ 2015930 h 12132660"/>
              <a:gd name="connsiteX4" fmla="*/ 12919682 w 12919682"/>
              <a:gd name="connsiteY4" fmla="*/ 10079407 h 12132660"/>
              <a:gd name="connsiteX5" fmla="*/ 10903752 w 12919682"/>
              <a:gd name="connsiteY5" fmla="*/ 12095337 h 12132660"/>
              <a:gd name="connsiteX6" fmla="*/ 1549399 w 12919682"/>
              <a:gd name="connsiteY6" fmla="*/ 12132660 h 12132660"/>
              <a:gd name="connsiteX7" fmla="*/ 0 w 12919682"/>
              <a:gd name="connsiteY7" fmla="*/ 10863178 h 12132660"/>
              <a:gd name="connsiteX8" fmla="*/ 0 w 12919682"/>
              <a:gd name="connsiteY8" fmla="*/ 2015930 h 12132660"/>
              <a:gd name="connsiteX0" fmla="*/ 0 w 12919682"/>
              <a:gd name="connsiteY0" fmla="*/ 2015930 h 12132660"/>
              <a:gd name="connsiteX1" fmla="*/ 2015930 w 12919682"/>
              <a:gd name="connsiteY1" fmla="*/ 0 h 12132660"/>
              <a:gd name="connsiteX2" fmla="*/ 10903752 w 12919682"/>
              <a:gd name="connsiteY2" fmla="*/ 0 h 12132660"/>
              <a:gd name="connsiteX3" fmla="*/ 12919682 w 12919682"/>
              <a:gd name="connsiteY3" fmla="*/ 2015930 h 12132660"/>
              <a:gd name="connsiteX4" fmla="*/ 12919682 w 12919682"/>
              <a:gd name="connsiteY4" fmla="*/ 10079407 h 12132660"/>
              <a:gd name="connsiteX5" fmla="*/ 11612878 w 12919682"/>
              <a:gd name="connsiteY5" fmla="*/ 12095337 h 12132660"/>
              <a:gd name="connsiteX6" fmla="*/ 1549399 w 12919682"/>
              <a:gd name="connsiteY6" fmla="*/ 12132660 h 12132660"/>
              <a:gd name="connsiteX7" fmla="*/ 0 w 12919682"/>
              <a:gd name="connsiteY7" fmla="*/ 10863178 h 12132660"/>
              <a:gd name="connsiteX8" fmla="*/ 0 w 12919682"/>
              <a:gd name="connsiteY8" fmla="*/ 2015930 h 12132660"/>
              <a:gd name="connsiteX0" fmla="*/ 0 w 12938344"/>
              <a:gd name="connsiteY0" fmla="*/ 2015930 h 12132660"/>
              <a:gd name="connsiteX1" fmla="*/ 2015930 w 12938344"/>
              <a:gd name="connsiteY1" fmla="*/ 0 h 12132660"/>
              <a:gd name="connsiteX2" fmla="*/ 10903752 w 12938344"/>
              <a:gd name="connsiteY2" fmla="*/ 0 h 12132660"/>
              <a:gd name="connsiteX3" fmla="*/ 12919682 w 12938344"/>
              <a:gd name="connsiteY3" fmla="*/ 2015930 h 12132660"/>
              <a:gd name="connsiteX4" fmla="*/ 12938344 w 12938344"/>
              <a:gd name="connsiteY4" fmla="*/ 10639243 h 12132660"/>
              <a:gd name="connsiteX5" fmla="*/ 11612878 w 12938344"/>
              <a:gd name="connsiteY5" fmla="*/ 12095337 h 12132660"/>
              <a:gd name="connsiteX6" fmla="*/ 1549399 w 12938344"/>
              <a:gd name="connsiteY6" fmla="*/ 12132660 h 12132660"/>
              <a:gd name="connsiteX7" fmla="*/ 0 w 12938344"/>
              <a:gd name="connsiteY7" fmla="*/ 10863178 h 12132660"/>
              <a:gd name="connsiteX8" fmla="*/ 0 w 12938344"/>
              <a:gd name="connsiteY8" fmla="*/ 2015930 h 12132660"/>
              <a:gd name="connsiteX0" fmla="*/ 0 w 12938344"/>
              <a:gd name="connsiteY0" fmla="*/ 2015930 h 12132660"/>
              <a:gd name="connsiteX1" fmla="*/ 2015930 w 12938344"/>
              <a:gd name="connsiteY1" fmla="*/ 0 h 12132660"/>
              <a:gd name="connsiteX2" fmla="*/ 11482250 w 12938344"/>
              <a:gd name="connsiteY2" fmla="*/ 37322 h 12132660"/>
              <a:gd name="connsiteX3" fmla="*/ 12919682 w 12938344"/>
              <a:gd name="connsiteY3" fmla="*/ 2015930 h 12132660"/>
              <a:gd name="connsiteX4" fmla="*/ 12938344 w 12938344"/>
              <a:gd name="connsiteY4" fmla="*/ 10639243 h 12132660"/>
              <a:gd name="connsiteX5" fmla="*/ 11612878 w 12938344"/>
              <a:gd name="connsiteY5" fmla="*/ 12095337 h 12132660"/>
              <a:gd name="connsiteX6" fmla="*/ 1549399 w 12938344"/>
              <a:gd name="connsiteY6" fmla="*/ 12132660 h 12132660"/>
              <a:gd name="connsiteX7" fmla="*/ 0 w 12938344"/>
              <a:gd name="connsiteY7" fmla="*/ 10863178 h 12132660"/>
              <a:gd name="connsiteX8" fmla="*/ 0 w 12938344"/>
              <a:gd name="connsiteY8" fmla="*/ 2015930 h 12132660"/>
              <a:gd name="connsiteX0" fmla="*/ 0 w 12957831"/>
              <a:gd name="connsiteY0" fmla="*/ 2015930 h 12132660"/>
              <a:gd name="connsiteX1" fmla="*/ 2015930 w 12957831"/>
              <a:gd name="connsiteY1" fmla="*/ 0 h 12132660"/>
              <a:gd name="connsiteX2" fmla="*/ 11482250 w 12957831"/>
              <a:gd name="connsiteY2" fmla="*/ 37322 h 12132660"/>
              <a:gd name="connsiteX3" fmla="*/ 12957004 w 12957831"/>
              <a:gd name="connsiteY3" fmla="*/ 1437432 h 12132660"/>
              <a:gd name="connsiteX4" fmla="*/ 12938344 w 12957831"/>
              <a:gd name="connsiteY4" fmla="*/ 10639243 h 12132660"/>
              <a:gd name="connsiteX5" fmla="*/ 11612878 w 12957831"/>
              <a:gd name="connsiteY5" fmla="*/ 12095337 h 12132660"/>
              <a:gd name="connsiteX6" fmla="*/ 1549399 w 12957831"/>
              <a:gd name="connsiteY6" fmla="*/ 12132660 h 12132660"/>
              <a:gd name="connsiteX7" fmla="*/ 0 w 12957831"/>
              <a:gd name="connsiteY7" fmla="*/ 10863178 h 12132660"/>
              <a:gd name="connsiteX8" fmla="*/ 0 w 12957831"/>
              <a:gd name="connsiteY8" fmla="*/ 2015930 h 12132660"/>
              <a:gd name="connsiteX0" fmla="*/ 1563 w 12959394"/>
              <a:gd name="connsiteY0" fmla="*/ 1978608 h 12095338"/>
              <a:gd name="connsiteX1" fmla="*/ 1028448 w 12959394"/>
              <a:gd name="connsiteY1" fmla="*/ 18662 h 12095338"/>
              <a:gd name="connsiteX2" fmla="*/ 11483813 w 12959394"/>
              <a:gd name="connsiteY2" fmla="*/ 0 h 12095338"/>
              <a:gd name="connsiteX3" fmla="*/ 12958567 w 12959394"/>
              <a:gd name="connsiteY3" fmla="*/ 1400110 h 12095338"/>
              <a:gd name="connsiteX4" fmla="*/ 12939907 w 12959394"/>
              <a:gd name="connsiteY4" fmla="*/ 10601921 h 12095338"/>
              <a:gd name="connsiteX5" fmla="*/ 11614441 w 12959394"/>
              <a:gd name="connsiteY5" fmla="*/ 12058015 h 12095338"/>
              <a:gd name="connsiteX6" fmla="*/ 1550962 w 12959394"/>
              <a:gd name="connsiteY6" fmla="*/ 12095338 h 12095338"/>
              <a:gd name="connsiteX7" fmla="*/ 1563 w 12959394"/>
              <a:gd name="connsiteY7" fmla="*/ 10825856 h 12095338"/>
              <a:gd name="connsiteX8" fmla="*/ 1563 w 12959394"/>
              <a:gd name="connsiteY8" fmla="*/ 1978608 h 12095338"/>
              <a:gd name="connsiteX0" fmla="*/ 323 w 12995477"/>
              <a:gd name="connsiteY0" fmla="*/ 1586722 h 12095338"/>
              <a:gd name="connsiteX1" fmla="*/ 1064531 w 12995477"/>
              <a:gd name="connsiteY1" fmla="*/ 18662 h 12095338"/>
              <a:gd name="connsiteX2" fmla="*/ 11519896 w 12995477"/>
              <a:gd name="connsiteY2" fmla="*/ 0 h 12095338"/>
              <a:gd name="connsiteX3" fmla="*/ 12994650 w 12995477"/>
              <a:gd name="connsiteY3" fmla="*/ 1400110 h 12095338"/>
              <a:gd name="connsiteX4" fmla="*/ 12975990 w 12995477"/>
              <a:gd name="connsiteY4" fmla="*/ 10601921 h 12095338"/>
              <a:gd name="connsiteX5" fmla="*/ 11650524 w 12995477"/>
              <a:gd name="connsiteY5" fmla="*/ 12058015 h 12095338"/>
              <a:gd name="connsiteX6" fmla="*/ 1587045 w 12995477"/>
              <a:gd name="connsiteY6" fmla="*/ 12095338 h 12095338"/>
              <a:gd name="connsiteX7" fmla="*/ 37646 w 12995477"/>
              <a:gd name="connsiteY7" fmla="*/ 10825856 h 12095338"/>
              <a:gd name="connsiteX8" fmla="*/ 323 w 12995477"/>
              <a:gd name="connsiteY8" fmla="*/ 1586722 h 12095338"/>
              <a:gd name="connsiteX0" fmla="*/ 323 w 12995477"/>
              <a:gd name="connsiteY0" fmla="*/ 1586722 h 12095338"/>
              <a:gd name="connsiteX1" fmla="*/ 1064531 w 12995477"/>
              <a:gd name="connsiteY1" fmla="*/ 18662 h 12095338"/>
              <a:gd name="connsiteX2" fmla="*/ 11743831 w 12995477"/>
              <a:gd name="connsiteY2" fmla="*/ 0 h 12095338"/>
              <a:gd name="connsiteX3" fmla="*/ 12994650 w 12995477"/>
              <a:gd name="connsiteY3" fmla="*/ 1400110 h 12095338"/>
              <a:gd name="connsiteX4" fmla="*/ 12975990 w 12995477"/>
              <a:gd name="connsiteY4" fmla="*/ 10601921 h 12095338"/>
              <a:gd name="connsiteX5" fmla="*/ 11650524 w 12995477"/>
              <a:gd name="connsiteY5" fmla="*/ 12058015 h 12095338"/>
              <a:gd name="connsiteX6" fmla="*/ 1587045 w 12995477"/>
              <a:gd name="connsiteY6" fmla="*/ 12095338 h 12095338"/>
              <a:gd name="connsiteX7" fmla="*/ 37646 w 12995477"/>
              <a:gd name="connsiteY7" fmla="*/ 10825856 h 12095338"/>
              <a:gd name="connsiteX8" fmla="*/ 323 w 12995477"/>
              <a:gd name="connsiteY8" fmla="*/ 1586722 h 12095338"/>
              <a:gd name="connsiteX0" fmla="*/ 323 w 12977784"/>
              <a:gd name="connsiteY0" fmla="*/ 1586722 h 12095338"/>
              <a:gd name="connsiteX1" fmla="*/ 1064531 w 12977784"/>
              <a:gd name="connsiteY1" fmla="*/ 18662 h 12095338"/>
              <a:gd name="connsiteX2" fmla="*/ 11743831 w 12977784"/>
              <a:gd name="connsiteY2" fmla="*/ 0 h 12095338"/>
              <a:gd name="connsiteX3" fmla="*/ 12975988 w 12977784"/>
              <a:gd name="connsiteY3" fmla="*/ 1176175 h 12095338"/>
              <a:gd name="connsiteX4" fmla="*/ 12975990 w 12977784"/>
              <a:gd name="connsiteY4" fmla="*/ 10601921 h 12095338"/>
              <a:gd name="connsiteX5" fmla="*/ 11650524 w 12977784"/>
              <a:gd name="connsiteY5" fmla="*/ 12058015 h 12095338"/>
              <a:gd name="connsiteX6" fmla="*/ 1587045 w 12977784"/>
              <a:gd name="connsiteY6" fmla="*/ 12095338 h 12095338"/>
              <a:gd name="connsiteX7" fmla="*/ 37646 w 12977784"/>
              <a:gd name="connsiteY7" fmla="*/ 10825856 h 12095338"/>
              <a:gd name="connsiteX8" fmla="*/ 323 w 12977784"/>
              <a:gd name="connsiteY8" fmla="*/ 1586722 h 12095338"/>
              <a:gd name="connsiteX0" fmla="*/ 323 w 12977784"/>
              <a:gd name="connsiteY0" fmla="*/ 1586722 h 12106052"/>
              <a:gd name="connsiteX1" fmla="*/ 1064531 w 12977784"/>
              <a:gd name="connsiteY1" fmla="*/ 18662 h 12106052"/>
              <a:gd name="connsiteX2" fmla="*/ 11743831 w 12977784"/>
              <a:gd name="connsiteY2" fmla="*/ 0 h 12106052"/>
              <a:gd name="connsiteX3" fmla="*/ 12975988 w 12977784"/>
              <a:gd name="connsiteY3" fmla="*/ 1176175 h 12106052"/>
              <a:gd name="connsiteX4" fmla="*/ 12975990 w 12977784"/>
              <a:gd name="connsiteY4" fmla="*/ 10601921 h 12106052"/>
              <a:gd name="connsiteX5" fmla="*/ 11650524 w 12977784"/>
              <a:gd name="connsiteY5" fmla="*/ 12058015 h 12106052"/>
              <a:gd name="connsiteX6" fmla="*/ 1587045 w 12977784"/>
              <a:gd name="connsiteY6" fmla="*/ 12095338 h 12106052"/>
              <a:gd name="connsiteX7" fmla="*/ 74969 w 12977784"/>
              <a:gd name="connsiteY7" fmla="*/ 11161758 h 12106052"/>
              <a:gd name="connsiteX8" fmla="*/ 323 w 12977784"/>
              <a:gd name="connsiteY8" fmla="*/ 1586722 h 12106052"/>
              <a:gd name="connsiteX0" fmla="*/ 323 w 12977784"/>
              <a:gd name="connsiteY0" fmla="*/ 1586722 h 12122118"/>
              <a:gd name="connsiteX1" fmla="*/ 1064531 w 12977784"/>
              <a:gd name="connsiteY1" fmla="*/ 18662 h 12122118"/>
              <a:gd name="connsiteX2" fmla="*/ 11743831 w 12977784"/>
              <a:gd name="connsiteY2" fmla="*/ 0 h 12122118"/>
              <a:gd name="connsiteX3" fmla="*/ 12975988 w 12977784"/>
              <a:gd name="connsiteY3" fmla="*/ 1176175 h 12122118"/>
              <a:gd name="connsiteX4" fmla="*/ 12975990 w 12977784"/>
              <a:gd name="connsiteY4" fmla="*/ 10601921 h 12122118"/>
              <a:gd name="connsiteX5" fmla="*/ 11650524 w 12977784"/>
              <a:gd name="connsiteY5" fmla="*/ 12058015 h 12122118"/>
              <a:gd name="connsiteX6" fmla="*/ 1363110 w 12977784"/>
              <a:gd name="connsiteY6" fmla="*/ 12114000 h 12122118"/>
              <a:gd name="connsiteX7" fmla="*/ 74969 w 12977784"/>
              <a:gd name="connsiteY7" fmla="*/ 11161758 h 12122118"/>
              <a:gd name="connsiteX8" fmla="*/ 323 w 12977784"/>
              <a:gd name="connsiteY8" fmla="*/ 1586722 h 12122118"/>
              <a:gd name="connsiteX0" fmla="*/ 323 w 12976527"/>
              <a:gd name="connsiteY0" fmla="*/ 1586722 h 12122118"/>
              <a:gd name="connsiteX1" fmla="*/ 1064531 w 12976527"/>
              <a:gd name="connsiteY1" fmla="*/ 18662 h 12122118"/>
              <a:gd name="connsiteX2" fmla="*/ 11743831 w 12976527"/>
              <a:gd name="connsiteY2" fmla="*/ 0 h 12122118"/>
              <a:gd name="connsiteX3" fmla="*/ 12975988 w 12976527"/>
              <a:gd name="connsiteY3" fmla="*/ 1176175 h 12122118"/>
              <a:gd name="connsiteX4" fmla="*/ 12938668 w 12976527"/>
              <a:gd name="connsiteY4" fmla="*/ 11012468 h 12122118"/>
              <a:gd name="connsiteX5" fmla="*/ 11650524 w 12976527"/>
              <a:gd name="connsiteY5" fmla="*/ 12058015 h 12122118"/>
              <a:gd name="connsiteX6" fmla="*/ 1363110 w 12976527"/>
              <a:gd name="connsiteY6" fmla="*/ 12114000 h 12122118"/>
              <a:gd name="connsiteX7" fmla="*/ 74969 w 12976527"/>
              <a:gd name="connsiteY7" fmla="*/ 11161758 h 12122118"/>
              <a:gd name="connsiteX8" fmla="*/ 323 w 12976527"/>
              <a:gd name="connsiteY8" fmla="*/ 1586722 h 12122118"/>
              <a:gd name="connsiteX0" fmla="*/ 323 w 12976527"/>
              <a:gd name="connsiteY0" fmla="*/ 1586722 h 12122118"/>
              <a:gd name="connsiteX1" fmla="*/ 1064531 w 12976527"/>
              <a:gd name="connsiteY1" fmla="*/ 18662 h 12122118"/>
              <a:gd name="connsiteX2" fmla="*/ 11743831 w 12976527"/>
              <a:gd name="connsiteY2" fmla="*/ 0 h 12122118"/>
              <a:gd name="connsiteX3" fmla="*/ 12975988 w 12976527"/>
              <a:gd name="connsiteY3" fmla="*/ 1176175 h 12122118"/>
              <a:gd name="connsiteX4" fmla="*/ 12938668 w 12976527"/>
              <a:gd name="connsiteY4" fmla="*/ 11012468 h 12122118"/>
              <a:gd name="connsiteX5" fmla="*/ 11893120 w 12976527"/>
              <a:gd name="connsiteY5" fmla="*/ 12058015 h 12122118"/>
              <a:gd name="connsiteX6" fmla="*/ 1363110 w 12976527"/>
              <a:gd name="connsiteY6" fmla="*/ 12114000 h 12122118"/>
              <a:gd name="connsiteX7" fmla="*/ 74969 w 12976527"/>
              <a:gd name="connsiteY7" fmla="*/ 11161758 h 12122118"/>
              <a:gd name="connsiteX8" fmla="*/ 323 w 12976527"/>
              <a:gd name="connsiteY8" fmla="*/ 1586722 h 12122118"/>
              <a:gd name="connsiteX0" fmla="*/ 323 w 12976527"/>
              <a:gd name="connsiteY0" fmla="*/ 1586722 h 12114000"/>
              <a:gd name="connsiteX1" fmla="*/ 1064531 w 12976527"/>
              <a:gd name="connsiteY1" fmla="*/ 18662 h 12114000"/>
              <a:gd name="connsiteX2" fmla="*/ 11743831 w 12976527"/>
              <a:gd name="connsiteY2" fmla="*/ 0 h 12114000"/>
              <a:gd name="connsiteX3" fmla="*/ 12975988 w 12976527"/>
              <a:gd name="connsiteY3" fmla="*/ 1176175 h 12114000"/>
              <a:gd name="connsiteX4" fmla="*/ 12938668 w 12976527"/>
              <a:gd name="connsiteY4" fmla="*/ 11012468 h 12114000"/>
              <a:gd name="connsiteX5" fmla="*/ 11893120 w 12976527"/>
              <a:gd name="connsiteY5" fmla="*/ 12058015 h 12114000"/>
              <a:gd name="connsiteX6" fmla="*/ 1363110 w 12976527"/>
              <a:gd name="connsiteY6" fmla="*/ 12114000 h 12114000"/>
              <a:gd name="connsiteX7" fmla="*/ 37646 w 12976527"/>
              <a:gd name="connsiteY7" fmla="*/ 10919162 h 12114000"/>
              <a:gd name="connsiteX8" fmla="*/ 323 w 12976527"/>
              <a:gd name="connsiteY8" fmla="*/ 1586722 h 12114000"/>
              <a:gd name="connsiteX0" fmla="*/ 323 w 12976527"/>
              <a:gd name="connsiteY0" fmla="*/ 1586722 h 12114323"/>
              <a:gd name="connsiteX1" fmla="*/ 1064531 w 12976527"/>
              <a:gd name="connsiteY1" fmla="*/ 18662 h 12114323"/>
              <a:gd name="connsiteX2" fmla="*/ 11743831 w 12976527"/>
              <a:gd name="connsiteY2" fmla="*/ 0 h 12114323"/>
              <a:gd name="connsiteX3" fmla="*/ 12975988 w 12976527"/>
              <a:gd name="connsiteY3" fmla="*/ 1176175 h 12114323"/>
              <a:gd name="connsiteX4" fmla="*/ 12938668 w 12976527"/>
              <a:gd name="connsiteY4" fmla="*/ 11012468 h 12114323"/>
              <a:gd name="connsiteX5" fmla="*/ 11893120 w 12976527"/>
              <a:gd name="connsiteY5" fmla="*/ 12058015 h 12114323"/>
              <a:gd name="connsiteX6" fmla="*/ 1363110 w 12976527"/>
              <a:gd name="connsiteY6" fmla="*/ 12114000 h 12114323"/>
              <a:gd name="connsiteX7" fmla="*/ 18984 w 12976527"/>
              <a:gd name="connsiteY7" fmla="*/ 11049791 h 12114323"/>
              <a:gd name="connsiteX8" fmla="*/ 323 w 12976527"/>
              <a:gd name="connsiteY8" fmla="*/ 1586722 h 1211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76527" h="12114323">
                <a:moveTo>
                  <a:pt x="323" y="1586722"/>
                </a:moveTo>
                <a:cubicBezTo>
                  <a:pt x="323" y="473355"/>
                  <a:pt x="-48836" y="18662"/>
                  <a:pt x="1064531" y="18662"/>
                </a:cubicBezTo>
                <a:lnTo>
                  <a:pt x="11743831" y="0"/>
                </a:lnTo>
                <a:cubicBezTo>
                  <a:pt x="12857198" y="0"/>
                  <a:pt x="12975988" y="62808"/>
                  <a:pt x="12975988" y="1176175"/>
                </a:cubicBezTo>
                <a:cubicBezTo>
                  <a:pt x="12982209" y="4050613"/>
                  <a:pt x="12932447" y="8138030"/>
                  <a:pt x="12938668" y="11012468"/>
                </a:cubicBezTo>
                <a:cubicBezTo>
                  <a:pt x="12938668" y="12125835"/>
                  <a:pt x="13006487" y="12058015"/>
                  <a:pt x="11893120" y="12058015"/>
                </a:cubicBezTo>
                <a:lnTo>
                  <a:pt x="1363110" y="12114000"/>
                </a:lnTo>
                <a:cubicBezTo>
                  <a:pt x="249743" y="12114000"/>
                  <a:pt x="18984" y="12163158"/>
                  <a:pt x="18984" y="11049791"/>
                </a:cubicBezTo>
                <a:cubicBezTo>
                  <a:pt x="12764" y="7895435"/>
                  <a:pt x="6543" y="4741078"/>
                  <a:pt x="323" y="1586722"/>
                </a:cubicBezTo>
                <a:close/>
              </a:path>
            </a:pathLst>
          </a:custGeom>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endParaRPr lang="en-US" sz="2400" dirty="0">
              <a:latin typeface="Cambria" panose="02040503050406030204" pitchFamily="18" charset="0"/>
              <a:ea typeface="Cambria" panose="02040503050406030204" pitchFamily="18" charset="0"/>
            </a:endParaRPr>
          </a:p>
        </p:txBody>
      </p:sp>
      <p:sp>
        <p:nvSpPr>
          <p:cNvPr id="3" name="TextBox 3"/>
          <p:cNvSpPr txBox="1"/>
          <p:nvPr/>
        </p:nvSpPr>
        <p:spPr>
          <a:xfrm>
            <a:off x="19362444" y="581639"/>
            <a:ext cx="6707" cy="810543"/>
          </a:xfrm>
          <a:prstGeom prst="rect">
            <a:avLst/>
          </a:prstGeom>
        </p:spPr>
        <p:txBody>
          <a:bodyPr lIns="0" tIns="0" rIns="0" bIns="0" rtlCol="0" anchor="t">
            <a:spAutoFit/>
          </a:bodyPr>
          <a:lstStyle/>
          <a:p>
            <a:pPr algn="ctr">
              <a:lnSpc>
                <a:spcPts val="7689"/>
              </a:lnSpc>
              <a:spcBef>
                <a:spcPct val="0"/>
              </a:spcBef>
            </a:pPr>
            <a:endParaRPr sz="2400">
              <a:latin typeface="Cambria" panose="02040503050406030204" pitchFamily="18" charset="0"/>
              <a:ea typeface="Cambria" panose="02040503050406030204" pitchFamily="18" charset="0"/>
            </a:endParaRPr>
          </a:p>
        </p:txBody>
      </p:sp>
      <p:sp>
        <p:nvSpPr>
          <p:cNvPr id="4" name="Rectangle: Rounded Corners 3">
            <a:extLst>
              <a:ext uri="{FF2B5EF4-FFF2-40B4-BE49-F238E27FC236}">
                <a16:creationId xmlns:a16="http://schemas.microsoft.com/office/drawing/2014/main" id="{1D31AE49-A47B-430E-A62F-3CECC290AD8C}"/>
              </a:ext>
            </a:extLst>
          </p:cNvPr>
          <p:cNvSpPr/>
          <p:nvPr/>
        </p:nvSpPr>
        <p:spPr>
          <a:xfrm>
            <a:off x="1638823" y="7891907"/>
            <a:ext cx="9420850" cy="4034537"/>
          </a:xfrm>
          <a:prstGeom prst="roundRect">
            <a:avLst/>
          </a:prstGeom>
          <a:solidFill>
            <a:schemeClr val="accent1">
              <a:lumMod val="20000"/>
              <a:lumOff val="80000"/>
            </a:schemeClr>
          </a:solidFill>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lnSpc>
                <a:spcPct val="130000"/>
              </a:lnSpc>
              <a:spcAft>
                <a:spcPts val="689"/>
              </a:spcAft>
            </a:pPr>
            <a:r>
              <a:rPr lang="vi-VN" sz="2600" dirty="0" err="1">
                <a:latin typeface="Cambria" panose="02040503050406030204" pitchFamily="18" charset="0"/>
                <a:ea typeface="Cambria" panose="02040503050406030204" pitchFamily="18" charset="0"/>
              </a:rPr>
              <a:t>Selenium</a:t>
            </a:r>
            <a:r>
              <a:rPr lang="vi-VN" sz="2600" dirty="0">
                <a:latin typeface="Cambria" panose="02040503050406030204" pitchFamily="18" charset="0"/>
                <a:ea typeface="Cambria" panose="02040503050406030204" pitchFamily="18" charset="0"/>
              </a:rPr>
              <a:t> </a:t>
            </a:r>
            <a:r>
              <a:rPr lang="vi-VN" sz="2600" dirty="0" err="1">
                <a:latin typeface="Cambria" panose="02040503050406030204" pitchFamily="18" charset="0"/>
                <a:ea typeface="Cambria" panose="02040503050406030204" pitchFamily="18" charset="0"/>
              </a:rPr>
              <a:t>WebDriver</a:t>
            </a:r>
            <a:r>
              <a:rPr lang="vi-VN" sz="2600" dirty="0">
                <a:latin typeface="Cambria" panose="02040503050406030204" pitchFamily="18" charset="0"/>
                <a:ea typeface="Cambria" panose="02040503050406030204" pitchFamily="18" charset="0"/>
              </a:rPr>
              <a:t> là một công cụ phổ biến được sử dụng trong kiểm thử tự động các ứng dụng </a:t>
            </a:r>
            <a:r>
              <a:rPr lang="vi-VN" sz="2600" dirty="0" err="1">
                <a:latin typeface="Cambria" panose="02040503050406030204" pitchFamily="18" charset="0"/>
                <a:ea typeface="Cambria" panose="02040503050406030204" pitchFamily="18" charset="0"/>
              </a:rPr>
              <a:t>web</a:t>
            </a:r>
            <a:r>
              <a:rPr lang="vi-VN" sz="2600" dirty="0">
                <a:latin typeface="Cambria" panose="02040503050406030204" pitchFamily="18" charset="0"/>
                <a:ea typeface="Cambria" panose="02040503050406030204" pitchFamily="18" charset="0"/>
              </a:rPr>
              <a:t>. Trong đề tài này, em tập trung nghiên cứu về kiểm thử tự động bằng công cụ </a:t>
            </a:r>
            <a:r>
              <a:rPr lang="vi-VN" sz="2600" dirty="0" err="1">
                <a:latin typeface="Cambria" panose="02040503050406030204" pitchFamily="18" charset="0"/>
                <a:ea typeface="Cambria" panose="02040503050406030204" pitchFamily="18" charset="0"/>
              </a:rPr>
              <a:t>Selenium</a:t>
            </a:r>
            <a:r>
              <a:rPr lang="vi-VN" sz="2600" dirty="0">
                <a:latin typeface="Cambria" panose="02040503050406030204" pitchFamily="18" charset="0"/>
                <a:ea typeface="Cambria" panose="02040503050406030204" pitchFamily="18" charset="0"/>
              </a:rPr>
              <a:t> </a:t>
            </a:r>
            <a:r>
              <a:rPr lang="vi-VN" sz="2600" dirty="0" err="1">
                <a:latin typeface="Cambria" panose="02040503050406030204" pitchFamily="18" charset="0"/>
                <a:ea typeface="Cambria" panose="02040503050406030204" pitchFamily="18" charset="0"/>
              </a:rPr>
              <a:t>WebDriver</a:t>
            </a:r>
            <a:r>
              <a:rPr lang="vi-VN" sz="2600" dirty="0">
                <a:latin typeface="Cambria" panose="02040503050406030204" pitchFamily="18" charset="0"/>
                <a:ea typeface="Cambria" panose="02040503050406030204" pitchFamily="18" charset="0"/>
              </a:rPr>
              <a:t> kết hợp mô hình </a:t>
            </a:r>
            <a:r>
              <a:rPr lang="vi-VN" sz="2600" dirty="0" err="1">
                <a:latin typeface="Cambria" panose="02040503050406030204" pitchFamily="18" charset="0"/>
                <a:ea typeface="Cambria" panose="02040503050406030204" pitchFamily="18" charset="0"/>
              </a:rPr>
              <a:t>Data-Driven</a:t>
            </a:r>
            <a:r>
              <a:rPr lang="vi-VN" sz="2600" dirty="0">
                <a:latin typeface="Cambria" panose="02040503050406030204" pitchFamily="18" charset="0"/>
                <a:ea typeface="Cambria" panose="02040503050406030204" pitchFamily="18" charset="0"/>
              </a:rPr>
              <a:t> </a:t>
            </a:r>
            <a:r>
              <a:rPr lang="vi-VN" sz="2600" dirty="0" err="1">
                <a:latin typeface="Cambria" panose="02040503050406030204" pitchFamily="18" charset="0"/>
                <a:ea typeface="Cambria" panose="02040503050406030204" pitchFamily="18" charset="0"/>
              </a:rPr>
              <a:t>Testing</a:t>
            </a:r>
            <a:r>
              <a:rPr lang="vi-VN" sz="2600" dirty="0">
                <a:latin typeface="Cambria" panose="02040503050406030204" pitchFamily="18" charset="0"/>
                <a:ea typeface="Cambria" panose="02040503050406030204" pitchFamily="18" charset="0"/>
              </a:rPr>
              <a:t> nhằm xây dựng các kịch bản và mã kiểm thử tự động cho các chức năng chính của hệ thống quản trị nhân sự </a:t>
            </a:r>
            <a:r>
              <a:rPr lang="vi-VN" sz="2600" b="1" dirty="0" err="1">
                <a:latin typeface="Cambria" panose="02040503050406030204" pitchFamily="18" charset="0"/>
                <a:ea typeface="Cambria" panose="02040503050406030204" pitchFamily="18" charset="0"/>
              </a:rPr>
              <a:t>OrangeHRM</a:t>
            </a:r>
            <a:r>
              <a:rPr lang="vi-VN" sz="2600" dirty="0">
                <a:latin typeface="Cambria" panose="02040503050406030204" pitchFamily="18" charset="0"/>
                <a:ea typeface="Cambria" panose="02040503050406030204" pitchFamily="18" charset="0"/>
              </a:rPr>
              <a:t>.</a:t>
            </a:r>
            <a:endParaRPr lang="en-US" sz="26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p:txBody>
      </p:sp>
      <p:sp>
        <p:nvSpPr>
          <p:cNvPr id="5" name="Rectangle: Rounded Corners 4">
            <a:extLst>
              <a:ext uri="{FF2B5EF4-FFF2-40B4-BE49-F238E27FC236}">
                <a16:creationId xmlns:a16="http://schemas.microsoft.com/office/drawing/2014/main" id="{65F804F9-FFF5-8BB4-387D-7E04DC63C83D}"/>
              </a:ext>
            </a:extLst>
          </p:cNvPr>
          <p:cNvSpPr/>
          <p:nvPr/>
        </p:nvSpPr>
        <p:spPr>
          <a:xfrm>
            <a:off x="3799936" y="7589186"/>
            <a:ext cx="4008413" cy="575010"/>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GIỚI THIỆU ĐỀ TÀI</a:t>
            </a:r>
          </a:p>
        </p:txBody>
      </p:sp>
      <p:sp>
        <p:nvSpPr>
          <p:cNvPr id="6" name="Rectangle: Rounded Corners 5">
            <a:extLst>
              <a:ext uri="{FF2B5EF4-FFF2-40B4-BE49-F238E27FC236}">
                <a16:creationId xmlns:a16="http://schemas.microsoft.com/office/drawing/2014/main" id="{2325E148-ED58-0FAC-5506-0B1E5F185C92}"/>
              </a:ext>
            </a:extLst>
          </p:cNvPr>
          <p:cNvSpPr/>
          <p:nvPr/>
        </p:nvSpPr>
        <p:spPr>
          <a:xfrm>
            <a:off x="819709" y="28515669"/>
            <a:ext cx="22008539" cy="2242263"/>
          </a:xfrm>
          <a:prstGeom prst="roundRect">
            <a:avLst/>
          </a:prstGeom>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r>
              <a:rPr lang="vi-VN" sz="2600" dirty="0">
                <a:latin typeface="Cambria" panose="02040503050406030204" pitchFamily="18" charset="0"/>
                <a:ea typeface="Cambria" panose="02040503050406030204" pitchFamily="18" charset="0"/>
              </a:rPr>
              <a:t>Việc áp dụng </a:t>
            </a:r>
            <a:r>
              <a:rPr lang="vi-VN" sz="2600" dirty="0" err="1">
                <a:latin typeface="Cambria" panose="02040503050406030204" pitchFamily="18" charset="0"/>
                <a:ea typeface="Cambria" panose="02040503050406030204" pitchFamily="18" charset="0"/>
              </a:rPr>
              <a:t>Selenium</a:t>
            </a:r>
            <a:r>
              <a:rPr lang="vi-VN" sz="2600" dirty="0">
                <a:latin typeface="Cambria" panose="02040503050406030204" pitchFamily="18" charset="0"/>
                <a:ea typeface="Cambria" panose="02040503050406030204" pitchFamily="18" charset="0"/>
              </a:rPr>
              <a:t> </a:t>
            </a:r>
            <a:r>
              <a:rPr lang="vi-VN" sz="2600" dirty="0" err="1">
                <a:latin typeface="Cambria" panose="02040503050406030204" pitchFamily="18" charset="0"/>
                <a:ea typeface="Cambria" panose="02040503050406030204" pitchFamily="18" charset="0"/>
              </a:rPr>
              <a:t>WebDriver</a:t>
            </a:r>
            <a:r>
              <a:rPr lang="vi-VN" sz="2600" dirty="0">
                <a:latin typeface="Cambria" panose="02040503050406030204" pitchFamily="18" charset="0"/>
                <a:ea typeface="Cambria" panose="02040503050406030204" pitchFamily="18" charset="0"/>
              </a:rPr>
              <a:t> kết hợp mô hình </a:t>
            </a:r>
            <a:r>
              <a:rPr lang="vi-VN" sz="2600" dirty="0" err="1">
                <a:latin typeface="Cambria" panose="02040503050406030204" pitchFamily="18" charset="0"/>
                <a:ea typeface="Cambria" panose="02040503050406030204" pitchFamily="18" charset="0"/>
              </a:rPr>
              <a:t>Data-Driven</a:t>
            </a:r>
            <a:r>
              <a:rPr lang="vi-VN" sz="2600" dirty="0">
                <a:latin typeface="Cambria" panose="02040503050406030204" pitchFamily="18" charset="0"/>
                <a:ea typeface="Cambria" panose="02040503050406030204" pitchFamily="18" charset="0"/>
              </a:rPr>
              <a:t> </a:t>
            </a:r>
            <a:r>
              <a:rPr lang="vi-VN" sz="2600" dirty="0" err="1">
                <a:latin typeface="Cambria" panose="02040503050406030204" pitchFamily="18" charset="0"/>
                <a:ea typeface="Cambria" panose="02040503050406030204" pitchFamily="18" charset="0"/>
              </a:rPr>
              <a:t>Testing</a:t>
            </a:r>
            <a:r>
              <a:rPr lang="vi-VN" sz="2600" dirty="0">
                <a:latin typeface="Cambria" panose="02040503050406030204" pitchFamily="18" charset="0"/>
                <a:ea typeface="Cambria" panose="02040503050406030204" pitchFamily="18" charset="0"/>
              </a:rPr>
              <a:t> cho thấy hiệu quả rõ rệt trong kiểm thử tự động các chức năng của hệ thống quản trị nhân sự </a:t>
            </a:r>
            <a:r>
              <a:rPr lang="vi-VN" sz="2600" dirty="0" err="1">
                <a:latin typeface="Cambria" panose="02040503050406030204" pitchFamily="18" charset="0"/>
                <a:ea typeface="Cambria" panose="02040503050406030204" pitchFamily="18" charset="0"/>
              </a:rPr>
              <a:t>OrangeHRM</a:t>
            </a:r>
            <a:r>
              <a:rPr lang="vi-VN" sz="2600" dirty="0">
                <a:latin typeface="Cambria" panose="02040503050406030204" pitchFamily="18" charset="0"/>
                <a:ea typeface="Cambria" panose="02040503050406030204" pitchFamily="18" charset="0"/>
              </a:rPr>
              <a:t>. Sử dụng giải pháp này không chỉ giúp thực thi các kịch bản kiểm thử với khối lượng dữ liệu lớn một cách chính xác mà còn cho phép tái sử dụng mã nguồn, tiết kiệm tối đa thời gian và công sức, đồng thời tạo nền tảng vững chắc để tiếp cận và phát triển các </a:t>
            </a:r>
            <a:r>
              <a:rPr lang="vi-VN" sz="2600" dirty="0" err="1">
                <a:latin typeface="Cambria" panose="02040503050406030204" pitchFamily="18" charset="0"/>
                <a:ea typeface="Cambria" panose="02040503050406030204" pitchFamily="18" charset="0"/>
              </a:rPr>
              <a:t>framework</a:t>
            </a:r>
            <a:r>
              <a:rPr lang="vi-VN" sz="2600" dirty="0">
                <a:latin typeface="Cambria" panose="02040503050406030204" pitchFamily="18" charset="0"/>
                <a:ea typeface="Cambria" panose="02040503050406030204" pitchFamily="18" charset="0"/>
              </a:rPr>
              <a:t> kiểm thử chuyên nghiệp hơn.</a:t>
            </a:r>
            <a:endParaRPr lang="en-US" sz="2600" dirty="0">
              <a:latin typeface="Cambria" panose="02040503050406030204" pitchFamily="18" charset="0"/>
              <a:ea typeface="Cambria" panose="02040503050406030204" pitchFamily="18" charset="0"/>
            </a:endParaRPr>
          </a:p>
        </p:txBody>
      </p:sp>
      <p:sp>
        <p:nvSpPr>
          <p:cNvPr id="7" name="Rectangle: Rounded Corners 6">
            <a:extLst>
              <a:ext uri="{FF2B5EF4-FFF2-40B4-BE49-F238E27FC236}">
                <a16:creationId xmlns:a16="http://schemas.microsoft.com/office/drawing/2014/main" id="{1B083E13-467B-4E63-24B6-43D21F66741B}"/>
              </a:ext>
            </a:extLst>
          </p:cNvPr>
          <p:cNvSpPr/>
          <p:nvPr/>
        </p:nvSpPr>
        <p:spPr>
          <a:xfrm>
            <a:off x="10208361" y="28062514"/>
            <a:ext cx="2913178" cy="573673"/>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KẾT LUẬN</a:t>
            </a:r>
          </a:p>
        </p:txBody>
      </p:sp>
      <p:sp>
        <p:nvSpPr>
          <p:cNvPr id="8" name="Rectangle: Rounded Corners 7">
            <a:extLst>
              <a:ext uri="{FF2B5EF4-FFF2-40B4-BE49-F238E27FC236}">
                <a16:creationId xmlns:a16="http://schemas.microsoft.com/office/drawing/2014/main" id="{970864E9-3626-FEA4-1F1F-9056ACFD6E3D}"/>
              </a:ext>
            </a:extLst>
          </p:cNvPr>
          <p:cNvSpPr/>
          <p:nvPr/>
        </p:nvSpPr>
        <p:spPr>
          <a:xfrm>
            <a:off x="12258902" y="13424884"/>
            <a:ext cx="9686310" cy="13855256"/>
          </a:xfrm>
          <a:prstGeom prst="roundRect">
            <a:avLst/>
          </a:prstGeom>
          <a:solidFill>
            <a:schemeClr val="accent1">
              <a:lumMod val="20000"/>
              <a:lumOff val="80000"/>
            </a:schemeClr>
          </a:solidFill>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dirty="0">
              <a:latin typeface="Cambria" panose="02040503050406030204" pitchFamily="18" charset="0"/>
              <a:ea typeface="Cambria" panose="02040503050406030204" pitchFamily="18" charset="0"/>
            </a:endParaRPr>
          </a:p>
        </p:txBody>
      </p:sp>
      <p:sp>
        <p:nvSpPr>
          <p:cNvPr id="12" name="Rectangle: Rounded Corners 11">
            <a:extLst>
              <a:ext uri="{FF2B5EF4-FFF2-40B4-BE49-F238E27FC236}">
                <a16:creationId xmlns:a16="http://schemas.microsoft.com/office/drawing/2014/main" id="{093171B9-6536-F89F-6A5D-89B7C6AAC453}"/>
              </a:ext>
            </a:extLst>
          </p:cNvPr>
          <p:cNvSpPr/>
          <p:nvPr/>
        </p:nvSpPr>
        <p:spPr>
          <a:xfrm>
            <a:off x="1911349" y="13329579"/>
            <a:ext cx="9148323" cy="6259996"/>
          </a:xfrm>
          <a:prstGeom prst="roundRect">
            <a:avLst/>
          </a:prstGeom>
          <a:solidFill>
            <a:schemeClr val="accent1">
              <a:lumMod val="20000"/>
              <a:lumOff val="80000"/>
            </a:schemeClr>
          </a:solidFill>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dirty="0">
                <a:latin typeface="Cambria" panose="02040503050406030204" pitchFamily="18" charset="0"/>
                <a:ea typeface="Cambria" panose="02040503050406030204" pitchFamily="18" charset="0"/>
              </a:rPr>
              <a:t>	</a:t>
            </a:r>
          </a:p>
        </p:txBody>
      </p:sp>
      <p:sp>
        <p:nvSpPr>
          <p:cNvPr id="33" name="Rectangle: Rounded Corners 36">
            <a:extLst>
              <a:ext uri="{FF2B5EF4-FFF2-40B4-BE49-F238E27FC236}">
                <a16:creationId xmlns:a16="http://schemas.microsoft.com/office/drawing/2014/main" id="{923BC503-8193-53B2-925E-81B0907C3167}"/>
              </a:ext>
            </a:extLst>
          </p:cNvPr>
          <p:cNvSpPr/>
          <p:nvPr/>
        </p:nvSpPr>
        <p:spPr>
          <a:xfrm>
            <a:off x="12720086" y="7980378"/>
            <a:ext cx="8614921" cy="3946066"/>
          </a:xfrm>
          <a:custGeom>
            <a:avLst/>
            <a:gdLst>
              <a:gd name="connsiteX0" fmla="*/ 0 w 12919681"/>
              <a:gd name="connsiteY0" fmla="*/ 1049212 h 6295144"/>
              <a:gd name="connsiteX1" fmla="*/ 1049212 w 12919681"/>
              <a:gd name="connsiteY1" fmla="*/ 0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1049212 h 6295144"/>
              <a:gd name="connsiteX0" fmla="*/ 0 w 12919681"/>
              <a:gd name="connsiteY0" fmla="*/ 1049212 h 6295144"/>
              <a:gd name="connsiteX1" fmla="*/ 620004 w 12919681"/>
              <a:gd name="connsiteY1" fmla="*/ 18661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1049212 h 6295144"/>
              <a:gd name="connsiteX0" fmla="*/ 0 w 12919681"/>
              <a:gd name="connsiteY0" fmla="*/ 769293 h 6295144"/>
              <a:gd name="connsiteX1" fmla="*/ 620004 w 12919681"/>
              <a:gd name="connsiteY1" fmla="*/ 18661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1870469 w 12919681"/>
              <a:gd name="connsiteY2" fmla="*/ 0 h 6295144"/>
              <a:gd name="connsiteX3" fmla="*/ 12919681 w 12919681"/>
              <a:gd name="connsiteY3" fmla="*/ 731971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601343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750633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750633 w 12919681"/>
              <a:gd name="connsiteY6" fmla="*/ 6295144 h 6295144"/>
              <a:gd name="connsiteX7" fmla="*/ 0 w 12919681"/>
              <a:gd name="connsiteY7" fmla="*/ 5563172 h 6295144"/>
              <a:gd name="connsiteX8" fmla="*/ 0 w 12919681"/>
              <a:gd name="connsiteY8" fmla="*/ 769293 h 629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19681" h="6295144">
                <a:moveTo>
                  <a:pt x="0" y="769293"/>
                </a:moveTo>
                <a:cubicBezTo>
                  <a:pt x="0" y="189829"/>
                  <a:pt x="40540" y="18661"/>
                  <a:pt x="620004" y="18661"/>
                </a:cubicBezTo>
                <a:lnTo>
                  <a:pt x="12299677" y="0"/>
                </a:lnTo>
                <a:cubicBezTo>
                  <a:pt x="12879141" y="0"/>
                  <a:pt x="12919681" y="152507"/>
                  <a:pt x="12919681" y="731971"/>
                </a:cubicBezTo>
                <a:lnTo>
                  <a:pt x="12919681" y="5656479"/>
                </a:lnTo>
                <a:cubicBezTo>
                  <a:pt x="12919681" y="6235943"/>
                  <a:pt x="12748513" y="6295144"/>
                  <a:pt x="12169049" y="6295144"/>
                </a:cubicBezTo>
                <a:lnTo>
                  <a:pt x="750633" y="6295144"/>
                </a:lnTo>
                <a:cubicBezTo>
                  <a:pt x="171169" y="6295144"/>
                  <a:pt x="0" y="6142636"/>
                  <a:pt x="0" y="5563172"/>
                </a:cubicBezTo>
                <a:lnTo>
                  <a:pt x="0" y="769293"/>
                </a:lnTo>
                <a:close/>
              </a:path>
            </a:pathLst>
          </a:custGeom>
          <a:solidFill>
            <a:schemeClr val="accent1">
              <a:lumMod val="20000"/>
              <a:lumOff val="80000"/>
            </a:schemeClr>
          </a:solidFill>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r>
              <a:rPr lang="en-US" sz="2400" dirty="0">
                <a:latin typeface="Cambria" panose="02040503050406030204" pitchFamily="18" charset="0"/>
                <a:ea typeface="Cambria" panose="02040503050406030204" pitchFamily="18" charset="0"/>
              </a:rPr>
              <a:t>	</a:t>
            </a:r>
            <a:r>
              <a:rPr lang="en-US" sz="2600" dirty="0">
                <a:latin typeface="Cambria" panose="02040503050406030204" pitchFamily="18" charset="0"/>
                <a:ea typeface="Cambria" panose="02040503050406030204" pitchFamily="18" charset="0"/>
              </a:rPr>
              <a:t>             </a:t>
            </a:r>
            <a:r>
              <a:rPr lang="vi-VN" sz="2600" dirty="0" err="1">
                <a:latin typeface="Cambria" panose="02040503050406030204" pitchFamily="18" charset="0"/>
                <a:ea typeface="Cambria" panose="02040503050406030204" pitchFamily="18" charset="0"/>
              </a:rPr>
              <a:t>Selenium</a:t>
            </a:r>
            <a:r>
              <a:rPr lang="vi-VN" sz="2600" dirty="0">
                <a:latin typeface="Cambria" panose="02040503050406030204" pitchFamily="18" charset="0"/>
                <a:ea typeface="Cambria" panose="02040503050406030204" pitchFamily="18" charset="0"/>
              </a:rPr>
              <a:t> </a:t>
            </a:r>
            <a:r>
              <a:rPr lang="vi-VN" sz="2600" dirty="0" err="1">
                <a:latin typeface="Cambria" panose="02040503050406030204" pitchFamily="18" charset="0"/>
                <a:ea typeface="Cambria" panose="02040503050406030204" pitchFamily="18" charset="0"/>
              </a:rPr>
              <a:t>WebDriver</a:t>
            </a:r>
            <a:r>
              <a:rPr lang="vi-VN" sz="2600" dirty="0">
                <a:latin typeface="Cambria" panose="02040503050406030204" pitchFamily="18" charset="0"/>
                <a:ea typeface="Cambria" panose="02040503050406030204" pitchFamily="18" charset="0"/>
              </a:rPr>
              <a:t> </a:t>
            </a:r>
            <a:r>
              <a:rPr lang="en-US" sz="2600" dirty="0">
                <a:latin typeface="Cambria" panose="02040503050406030204" pitchFamily="18" charset="0"/>
                <a:ea typeface="Cambria" panose="02040503050406030204" pitchFamily="18" charset="0"/>
              </a:rPr>
              <a:t>, TestNG </a:t>
            </a:r>
            <a:r>
              <a:rPr lang="en-US" sz="2600" dirty="0" err="1">
                <a:latin typeface="Cambria" panose="02040503050406030204" pitchFamily="18" charset="0"/>
                <a:ea typeface="Cambria" panose="02040503050406030204" pitchFamily="18" charset="0"/>
              </a:rPr>
              <a:t>và</a:t>
            </a:r>
            <a:r>
              <a:rPr lang="en-US" sz="2600" dirty="0">
                <a:latin typeface="Cambria" panose="02040503050406030204" pitchFamily="18" charset="0"/>
                <a:ea typeface="Cambria" panose="02040503050406030204" pitchFamily="18" charset="0"/>
              </a:rPr>
              <a:t> Java</a:t>
            </a:r>
          </a:p>
        </p:txBody>
      </p:sp>
      <p:sp>
        <p:nvSpPr>
          <p:cNvPr id="43" name="Rectangle: Rounded Corners 42">
            <a:extLst>
              <a:ext uri="{FF2B5EF4-FFF2-40B4-BE49-F238E27FC236}">
                <a16:creationId xmlns:a16="http://schemas.microsoft.com/office/drawing/2014/main" id="{B2045CA2-32CE-BDCB-48D2-3630915B6020}"/>
              </a:ext>
            </a:extLst>
          </p:cNvPr>
          <p:cNvSpPr/>
          <p:nvPr/>
        </p:nvSpPr>
        <p:spPr>
          <a:xfrm>
            <a:off x="14632949" y="7690386"/>
            <a:ext cx="4984178" cy="575010"/>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NGÔN NGỮ VÀ CÔNG CỤ</a:t>
            </a:r>
          </a:p>
        </p:txBody>
      </p:sp>
      <p:sp>
        <p:nvSpPr>
          <p:cNvPr id="52" name="Rectangle: Rounded Corners 51">
            <a:extLst>
              <a:ext uri="{FF2B5EF4-FFF2-40B4-BE49-F238E27FC236}">
                <a16:creationId xmlns:a16="http://schemas.microsoft.com/office/drawing/2014/main" id="{FC24DAB6-E663-C08E-1491-50EE515B6003}"/>
              </a:ext>
            </a:extLst>
          </p:cNvPr>
          <p:cNvSpPr/>
          <p:nvPr/>
        </p:nvSpPr>
        <p:spPr>
          <a:xfrm>
            <a:off x="3932413" y="12994969"/>
            <a:ext cx="4833669" cy="645519"/>
          </a:xfrm>
          <a:prstGeom prst="roundRect">
            <a:avLst/>
          </a:prstGeom>
          <a:ln>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QUY TRÌNH THỰC HIỆN</a:t>
            </a:r>
          </a:p>
        </p:txBody>
      </p:sp>
      <p:sp>
        <p:nvSpPr>
          <p:cNvPr id="53" name="Rectangle: Rounded Corners 52">
            <a:extLst>
              <a:ext uri="{FF2B5EF4-FFF2-40B4-BE49-F238E27FC236}">
                <a16:creationId xmlns:a16="http://schemas.microsoft.com/office/drawing/2014/main" id="{D201F945-3CF6-80D9-46D5-B9CEFCDABFDE}"/>
              </a:ext>
            </a:extLst>
          </p:cNvPr>
          <p:cNvSpPr/>
          <p:nvPr/>
        </p:nvSpPr>
        <p:spPr>
          <a:xfrm>
            <a:off x="16308933" y="13087350"/>
            <a:ext cx="2778353" cy="553138"/>
          </a:xfrm>
          <a:prstGeom prst="roundRect">
            <a:avLst/>
          </a:prstGeom>
          <a:ln>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KẾT QUẢ</a:t>
            </a:r>
          </a:p>
        </p:txBody>
      </p:sp>
      <p:sp>
        <p:nvSpPr>
          <p:cNvPr id="66" name="TextBox 65">
            <a:extLst>
              <a:ext uri="{FF2B5EF4-FFF2-40B4-BE49-F238E27FC236}">
                <a16:creationId xmlns:a16="http://schemas.microsoft.com/office/drawing/2014/main" id="{DB10B52B-776C-FC23-763C-EF0CA9074F8E}"/>
              </a:ext>
            </a:extLst>
          </p:cNvPr>
          <p:cNvSpPr txBox="1"/>
          <p:nvPr/>
        </p:nvSpPr>
        <p:spPr>
          <a:xfrm>
            <a:off x="15171038" y="408927"/>
            <a:ext cx="7048907" cy="1015663"/>
          </a:xfrm>
          <a:prstGeom prst="rect">
            <a:avLst/>
          </a:prstGeom>
          <a:noFill/>
        </p:spPr>
        <p:txBody>
          <a:bodyPr wrap="square" rtlCol="0">
            <a:spAutoFit/>
          </a:bodyPr>
          <a:lstStyle/>
          <a:p>
            <a:r>
              <a:rPr lang="en-US" sz="6000" b="1" dirty="0">
                <a:solidFill>
                  <a:schemeClr val="bg1"/>
                </a:solidFill>
                <a:latin typeface="Cambria" panose="02040503050406030204" pitchFamily="18" charset="0"/>
                <a:ea typeface="Cambria" panose="02040503050406030204" pitchFamily="18" charset="0"/>
              </a:rPr>
              <a:t>ĐỒ ÁN TỐT NGHIỆP</a:t>
            </a:r>
          </a:p>
        </p:txBody>
      </p:sp>
      <p:sp>
        <p:nvSpPr>
          <p:cNvPr id="67" name="TextBox 66">
            <a:extLst>
              <a:ext uri="{FF2B5EF4-FFF2-40B4-BE49-F238E27FC236}">
                <a16:creationId xmlns:a16="http://schemas.microsoft.com/office/drawing/2014/main" id="{28DDE1FC-594A-E060-25E3-1A54DF97D077}"/>
              </a:ext>
            </a:extLst>
          </p:cNvPr>
          <p:cNvSpPr txBox="1"/>
          <p:nvPr/>
        </p:nvSpPr>
        <p:spPr>
          <a:xfrm>
            <a:off x="4462003" y="4586757"/>
            <a:ext cx="14603693" cy="1261884"/>
          </a:xfrm>
          <a:prstGeom prst="rect">
            <a:avLst/>
          </a:prstGeom>
          <a:noFill/>
        </p:spPr>
        <p:txBody>
          <a:bodyPr wrap="square" rtlCol="0">
            <a:spAutoFit/>
          </a:bodyPr>
          <a:lstStyle/>
          <a:p>
            <a:pPr algn="ctr">
              <a:spcAft>
                <a:spcPts val="689"/>
              </a:spcAft>
            </a:pPr>
            <a:r>
              <a:rPr lang="en-US" sz="3800" b="1" dirty="0">
                <a:solidFill>
                  <a:srgbClr val="1F569E"/>
                </a:solidFill>
                <a:latin typeface="Cambria" panose="02040503050406030204" pitchFamily="18" charset="0"/>
                <a:ea typeface="Cambria" panose="02040503050406030204" pitchFamily="18" charset="0"/>
              </a:rPr>
              <a:t>XÂY DỰNG FRAMEWORK KIỂM THỬ TỰ ĐỘNG CHO HỆ THỐNG QUẢN LÝ NHÂN SỰ ORANGEHRM  BẰNG SELENIUM</a:t>
            </a:r>
            <a:endParaRPr lang="en-US" sz="3800" dirty="0">
              <a:solidFill>
                <a:srgbClr val="1F569E"/>
              </a:solidFill>
              <a:latin typeface="Cambria" panose="02040503050406030204" pitchFamily="18" charset="0"/>
              <a:ea typeface="Cambria" panose="02040503050406030204" pitchFamily="18" charset="0"/>
            </a:endParaRPr>
          </a:p>
        </p:txBody>
      </p:sp>
      <p:sp>
        <p:nvSpPr>
          <p:cNvPr id="68" name="TextBox 67">
            <a:extLst>
              <a:ext uri="{FF2B5EF4-FFF2-40B4-BE49-F238E27FC236}">
                <a16:creationId xmlns:a16="http://schemas.microsoft.com/office/drawing/2014/main" id="{1E603D4D-535A-03F6-A6B7-A970F318F354}"/>
              </a:ext>
            </a:extLst>
          </p:cNvPr>
          <p:cNvSpPr txBox="1"/>
          <p:nvPr/>
        </p:nvSpPr>
        <p:spPr>
          <a:xfrm>
            <a:off x="1093392" y="5805227"/>
            <a:ext cx="6300381" cy="1478353"/>
          </a:xfrm>
          <a:prstGeom prst="rect">
            <a:avLst/>
          </a:prstGeom>
          <a:noFill/>
        </p:spPr>
        <p:txBody>
          <a:bodyPr wrap="square" rtlCol="0">
            <a:spAutoFit/>
          </a:bodyPr>
          <a:lstStyle/>
          <a:p>
            <a:pPr>
              <a:lnSpc>
                <a:spcPct val="150000"/>
              </a:lnSpc>
            </a:pPr>
            <a:r>
              <a:rPr lang="en-US" sz="3200" dirty="0">
                <a:latin typeface="Cambria" panose="02040503050406030204" pitchFamily="18" charset="0"/>
                <a:ea typeface="Cambria" panose="02040503050406030204" pitchFamily="18" charset="0"/>
              </a:rPr>
              <a:t>Sinh </a:t>
            </a:r>
            <a:r>
              <a:rPr lang="en-US" sz="3200" dirty="0" err="1">
                <a:latin typeface="Cambria" panose="02040503050406030204" pitchFamily="18" charset="0"/>
                <a:ea typeface="Cambria" panose="02040503050406030204" pitchFamily="18" charset="0"/>
              </a:rPr>
              <a:t>viên</a:t>
            </a:r>
            <a:r>
              <a:rPr lang="en-US" sz="3200" dirty="0">
                <a:latin typeface="Cambria" panose="02040503050406030204" pitchFamily="18" charset="0"/>
                <a:ea typeface="Cambria" panose="02040503050406030204" pitchFamily="18" charset="0"/>
              </a:rPr>
              <a:t>: Phạm Thị Phương </a:t>
            </a:r>
          </a:p>
          <a:p>
            <a:pPr>
              <a:lnSpc>
                <a:spcPct val="150000"/>
              </a:lnSpc>
            </a:pPr>
            <a:r>
              <a:rPr lang="en-US" sz="3200" dirty="0" err="1">
                <a:latin typeface="Cambria" panose="02040503050406030204" pitchFamily="18" charset="0"/>
                <a:ea typeface="Cambria" panose="02040503050406030204" pitchFamily="18" charset="0"/>
              </a:rPr>
              <a:t>Mã</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số</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sinh</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viên</a:t>
            </a:r>
            <a:r>
              <a:rPr lang="en-US" sz="3200" dirty="0">
                <a:latin typeface="Cambria" panose="02040503050406030204" pitchFamily="18" charset="0"/>
                <a:ea typeface="Cambria" panose="02040503050406030204" pitchFamily="18" charset="0"/>
              </a:rPr>
              <a:t>: 2022606751</a:t>
            </a:r>
          </a:p>
        </p:txBody>
      </p:sp>
      <p:sp>
        <p:nvSpPr>
          <p:cNvPr id="69" name="TextBox 68">
            <a:extLst>
              <a:ext uri="{FF2B5EF4-FFF2-40B4-BE49-F238E27FC236}">
                <a16:creationId xmlns:a16="http://schemas.microsoft.com/office/drawing/2014/main" id="{51AD3D71-57E5-3955-11CB-5EDB2264FF8B}"/>
              </a:ext>
            </a:extLst>
          </p:cNvPr>
          <p:cNvSpPr txBox="1"/>
          <p:nvPr/>
        </p:nvSpPr>
        <p:spPr>
          <a:xfrm>
            <a:off x="15573457" y="5990645"/>
            <a:ext cx="7577973"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GVHD: </a:t>
            </a:r>
            <a:r>
              <a:rPr lang="en-US" sz="3200" dirty="0" err="1">
                <a:latin typeface="Cambria" panose="02040503050406030204" pitchFamily="18" charset="0"/>
                <a:ea typeface="Cambria" panose="02040503050406030204" pitchFamily="18" charset="0"/>
              </a:rPr>
              <a:t>ThS</a:t>
            </a:r>
            <a:r>
              <a:rPr lang="en-US" sz="3200" dirty="0">
                <a:latin typeface="Cambria" panose="02040503050406030204" pitchFamily="18" charset="0"/>
                <a:ea typeface="Cambria" panose="02040503050406030204" pitchFamily="18" charset="0"/>
              </a:rPr>
              <a:t>. Phạm Thị Kim Phượng </a:t>
            </a:r>
          </a:p>
        </p:txBody>
      </p:sp>
      <p:pic>
        <p:nvPicPr>
          <p:cNvPr id="14" name="Picture 13">
            <a:extLst>
              <a:ext uri="{FF2B5EF4-FFF2-40B4-BE49-F238E27FC236}">
                <a16:creationId xmlns:a16="http://schemas.microsoft.com/office/drawing/2014/main" id="{B34930F8-28DE-6636-4EC2-0BB92A074FD3}"/>
              </a:ext>
            </a:extLst>
          </p:cNvPr>
          <p:cNvPicPr>
            <a:picLocks noChangeAspect="1"/>
          </p:cNvPicPr>
          <p:nvPr/>
        </p:nvPicPr>
        <p:blipFill>
          <a:blip r:embed="rId3"/>
          <a:stretch>
            <a:fillRect/>
          </a:stretch>
        </p:blipFill>
        <p:spPr>
          <a:xfrm>
            <a:off x="14118807" y="8588155"/>
            <a:ext cx="5582178" cy="1871770"/>
          </a:xfrm>
          <a:prstGeom prst="rect">
            <a:avLst/>
          </a:prstGeom>
        </p:spPr>
      </p:pic>
      <p:sp>
        <p:nvSpPr>
          <p:cNvPr id="15" name="TextBox 14">
            <a:extLst>
              <a:ext uri="{FF2B5EF4-FFF2-40B4-BE49-F238E27FC236}">
                <a16:creationId xmlns:a16="http://schemas.microsoft.com/office/drawing/2014/main" id="{CBC552FF-3D30-14E2-45CE-FED8510B85AC}"/>
              </a:ext>
            </a:extLst>
          </p:cNvPr>
          <p:cNvSpPr txBox="1"/>
          <p:nvPr/>
        </p:nvSpPr>
        <p:spPr>
          <a:xfrm>
            <a:off x="3648106" y="14001155"/>
            <a:ext cx="6838999" cy="5771836"/>
          </a:xfrm>
          <a:prstGeom prst="rect">
            <a:avLst/>
          </a:prstGeom>
          <a:noFill/>
        </p:spPr>
        <p:txBody>
          <a:bodyPr wrap="square" rtlCol="0">
            <a:spAutoFit/>
          </a:bodyPr>
          <a:lstStyle/>
          <a:p>
            <a:pPr>
              <a:lnSpc>
                <a:spcPct val="130000"/>
              </a:lnSpc>
            </a:pPr>
            <a:r>
              <a:rPr lang="en-US" sz="2600" dirty="0" err="1">
                <a:latin typeface="Cambria" panose="02040503050406030204" pitchFamily="18" charset="0"/>
                <a:ea typeface="Cambria" panose="02040503050406030204" pitchFamily="18" charset="0"/>
              </a:rPr>
              <a:t>Tìm</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hiểu</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luồng</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chức</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năng</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của</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hệ</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thống</a:t>
            </a:r>
            <a:r>
              <a:rPr lang="en-US" sz="2600" dirty="0">
                <a:latin typeface="Cambria" panose="02040503050406030204" pitchFamily="18" charset="0"/>
                <a:ea typeface="Cambria" panose="02040503050406030204" pitchFamily="18" charset="0"/>
              </a:rPr>
              <a:t> </a:t>
            </a:r>
          </a:p>
          <a:p>
            <a:pPr>
              <a:lnSpc>
                <a:spcPct val="130000"/>
              </a:lnSpc>
            </a:pPr>
            <a:r>
              <a:rPr lang="en-US" sz="2600" dirty="0" err="1">
                <a:latin typeface="Cambria" panose="02040503050406030204" pitchFamily="18" charset="0"/>
                <a:ea typeface="Cambria" panose="02040503050406030204" pitchFamily="18" charset="0"/>
              </a:rPr>
              <a:t>quản</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lý</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nhân</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sự</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OrangeHRM</a:t>
            </a:r>
            <a:r>
              <a:rPr lang="en-US" sz="2600" dirty="0">
                <a:latin typeface="Cambria" panose="02040503050406030204" pitchFamily="18" charset="0"/>
                <a:ea typeface="Cambria" panose="02040503050406030204" pitchFamily="18" charset="0"/>
              </a:rPr>
              <a:t>.</a:t>
            </a:r>
          </a:p>
          <a:p>
            <a:pPr>
              <a:lnSpc>
                <a:spcPct val="130000"/>
              </a:lnSpc>
            </a:pPr>
            <a:endParaRPr lang="en-US" sz="2600" dirty="0">
              <a:latin typeface="Cambria" panose="02040503050406030204" pitchFamily="18" charset="0"/>
              <a:ea typeface="Cambria" panose="02040503050406030204" pitchFamily="18" charset="0"/>
            </a:endParaRPr>
          </a:p>
          <a:p>
            <a:pPr>
              <a:lnSpc>
                <a:spcPct val="130000"/>
              </a:lnSpc>
            </a:pPr>
            <a:r>
              <a:rPr lang="en-US" sz="2600" dirty="0">
                <a:latin typeface="Cambria" panose="02040503050406030204" pitchFamily="18" charset="0"/>
                <a:ea typeface="Cambria" panose="02040503050406030204" pitchFamily="18" charset="0"/>
              </a:rPr>
              <a:t>Viết </a:t>
            </a:r>
            <a:r>
              <a:rPr lang="en-US" sz="2600" dirty="0" err="1">
                <a:latin typeface="Cambria" panose="02040503050406030204" pitchFamily="18" charset="0"/>
                <a:ea typeface="Cambria" panose="02040503050406030204" pitchFamily="18" charset="0"/>
              </a:rPr>
              <a:t>kịch</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bản</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kiểm</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thử</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chức</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năng</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hệ</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thống</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quản</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lý</a:t>
            </a:r>
            <a:r>
              <a:rPr lang="en-US" sz="2600" dirty="0">
                <a:latin typeface="Cambria" panose="02040503050406030204" pitchFamily="18" charset="0"/>
                <a:ea typeface="Cambria" panose="02040503050406030204" pitchFamily="18" charset="0"/>
              </a:rPr>
              <a:t>.</a:t>
            </a:r>
          </a:p>
          <a:p>
            <a:pPr>
              <a:lnSpc>
                <a:spcPct val="130000"/>
              </a:lnSpc>
            </a:pPr>
            <a:endParaRPr lang="en-US" sz="2600" dirty="0">
              <a:latin typeface="Cambria" panose="02040503050406030204" pitchFamily="18" charset="0"/>
              <a:ea typeface="Cambria" panose="02040503050406030204" pitchFamily="18" charset="0"/>
            </a:endParaRPr>
          </a:p>
          <a:p>
            <a:pPr>
              <a:lnSpc>
                <a:spcPct val="130000"/>
              </a:lnSpc>
            </a:pPr>
            <a:r>
              <a:rPr lang="en-US" sz="2600" dirty="0">
                <a:latin typeface="Cambria" panose="02040503050406030204" pitchFamily="18" charset="0"/>
                <a:ea typeface="Cambria" panose="02040503050406030204" pitchFamily="18" charset="0"/>
              </a:rPr>
              <a:t>Viết </a:t>
            </a:r>
            <a:r>
              <a:rPr lang="en-US" sz="2600" dirty="0" err="1">
                <a:latin typeface="Cambria" panose="02040503050406030204" pitchFamily="18" charset="0"/>
                <a:ea typeface="Cambria" panose="02040503050406030204" pitchFamily="18" charset="0"/>
              </a:rPr>
              <a:t>mã</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kiểm</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thử</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bằng</a:t>
            </a:r>
            <a:r>
              <a:rPr lang="en-US" sz="2600" dirty="0">
                <a:latin typeface="Cambria" panose="02040503050406030204" pitchFamily="18" charset="0"/>
                <a:ea typeface="Cambria" panose="02040503050406030204" pitchFamily="18" charset="0"/>
              </a:rPr>
              <a:t> Selenium </a:t>
            </a:r>
            <a:r>
              <a:rPr lang="en-US" sz="2600" dirty="0" err="1">
                <a:latin typeface="Cambria" panose="02040503050406030204" pitchFamily="18" charset="0"/>
                <a:ea typeface="Cambria" panose="02040503050406030204" pitchFamily="18" charset="0"/>
              </a:rPr>
              <a:t>Webdriver</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và</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thư</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viện</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hỗ</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trợ</a:t>
            </a:r>
            <a:r>
              <a:rPr lang="en-US" sz="2600" dirty="0">
                <a:latin typeface="Cambria" panose="02040503050406030204" pitchFamily="18" charset="0"/>
                <a:ea typeface="Cambria" panose="02040503050406030204" pitchFamily="18" charset="0"/>
              </a:rPr>
              <a:t> TestNG.</a:t>
            </a:r>
          </a:p>
          <a:p>
            <a:pPr>
              <a:lnSpc>
                <a:spcPct val="130000"/>
              </a:lnSpc>
            </a:pPr>
            <a:endParaRPr lang="en-US" sz="2600" dirty="0">
              <a:latin typeface="Cambria" panose="02040503050406030204" pitchFamily="18" charset="0"/>
              <a:ea typeface="Cambria" panose="02040503050406030204" pitchFamily="18" charset="0"/>
            </a:endParaRPr>
          </a:p>
          <a:p>
            <a:pPr>
              <a:lnSpc>
                <a:spcPct val="130000"/>
              </a:lnSpc>
            </a:pPr>
            <a:r>
              <a:rPr lang="en-US" sz="2600" dirty="0">
                <a:latin typeface="Cambria" panose="02040503050406030204" pitchFamily="18" charset="0"/>
                <a:ea typeface="Cambria" panose="02040503050406030204" pitchFamily="18" charset="0"/>
              </a:rPr>
              <a:t>Báo </a:t>
            </a:r>
            <a:r>
              <a:rPr lang="en-US" sz="2600" dirty="0" err="1">
                <a:latin typeface="Cambria" panose="02040503050406030204" pitchFamily="18" charset="0"/>
                <a:ea typeface="Cambria" panose="02040503050406030204" pitchFamily="18" charset="0"/>
              </a:rPr>
              <a:t>cáo</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kết</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quả</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kiểm</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thử</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chức</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năng</a:t>
            </a:r>
            <a:r>
              <a:rPr lang="en-US" sz="2600" dirty="0">
                <a:latin typeface="Cambria" panose="02040503050406030204" pitchFamily="18" charset="0"/>
                <a:ea typeface="Cambria" panose="02040503050406030204" pitchFamily="18" charset="0"/>
              </a:rPr>
              <a:t>.</a:t>
            </a:r>
          </a:p>
          <a:p>
            <a:pPr>
              <a:lnSpc>
                <a:spcPct val="130000"/>
              </a:lnSpc>
            </a:pPr>
            <a:endParaRPr lang="en-US" sz="2600" dirty="0"/>
          </a:p>
        </p:txBody>
      </p:sp>
      <p:sp>
        <p:nvSpPr>
          <p:cNvPr id="54" name="Oval 53">
            <a:extLst>
              <a:ext uri="{FF2B5EF4-FFF2-40B4-BE49-F238E27FC236}">
                <a16:creationId xmlns:a16="http://schemas.microsoft.com/office/drawing/2014/main" id="{A6E8E8F2-576C-4109-B459-4A606DF06F28}"/>
              </a:ext>
            </a:extLst>
          </p:cNvPr>
          <p:cNvSpPr/>
          <p:nvPr/>
        </p:nvSpPr>
        <p:spPr>
          <a:xfrm>
            <a:off x="2634818" y="14312171"/>
            <a:ext cx="685800" cy="609600"/>
          </a:xfrm>
          <a:prstGeom prst="ellipse">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01</a:t>
            </a:r>
          </a:p>
        </p:txBody>
      </p:sp>
      <p:sp>
        <p:nvSpPr>
          <p:cNvPr id="55" name="Oval 54">
            <a:extLst>
              <a:ext uri="{FF2B5EF4-FFF2-40B4-BE49-F238E27FC236}">
                <a16:creationId xmlns:a16="http://schemas.microsoft.com/office/drawing/2014/main" id="{8B70A19F-7003-0D0E-B7B5-05D2AA230165}"/>
              </a:ext>
            </a:extLst>
          </p:cNvPr>
          <p:cNvSpPr/>
          <p:nvPr/>
        </p:nvSpPr>
        <p:spPr>
          <a:xfrm>
            <a:off x="2641168" y="15754350"/>
            <a:ext cx="685800" cy="609600"/>
          </a:xfrm>
          <a:prstGeom prst="ellipse">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02</a:t>
            </a:r>
          </a:p>
        </p:txBody>
      </p:sp>
      <p:sp>
        <p:nvSpPr>
          <p:cNvPr id="56" name="Oval 55">
            <a:extLst>
              <a:ext uri="{FF2B5EF4-FFF2-40B4-BE49-F238E27FC236}">
                <a16:creationId xmlns:a16="http://schemas.microsoft.com/office/drawing/2014/main" id="{C8192D17-EC24-5811-B064-FC71D8709030}"/>
              </a:ext>
            </a:extLst>
          </p:cNvPr>
          <p:cNvSpPr/>
          <p:nvPr/>
        </p:nvSpPr>
        <p:spPr>
          <a:xfrm>
            <a:off x="2634818" y="17309793"/>
            <a:ext cx="685800" cy="609600"/>
          </a:xfrm>
          <a:prstGeom prst="ellipse">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03</a:t>
            </a:r>
          </a:p>
        </p:txBody>
      </p:sp>
      <p:sp>
        <p:nvSpPr>
          <p:cNvPr id="57" name="Oval 56">
            <a:extLst>
              <a:ext uri="{FF2B5EF4-FFF2-40B4-BE49-F238E27FC236}">
                <a16:creationId xmlns:a16="http://schemas.microsoft.com/office/drawing/2014/main" id="{824733A7-C90F-4E0D-1ABF-C558E82C825F}"/>
              </a:ext>
            </a:extLst>
          </p:cNvPr>
          <p:cNvSpPr/>
          <p:nvPr/>
        </p:nvSpPr>
        <p:spPr>
          <a:xfrm>
            <a:off x="2634818" y="18642958"/>
            <a:ext cx="685800" cy="609600"/>
          </a:xfrm>
          <a:prstGeom prst="ellipse">
            <a:avLst/>
          </a:prstGeom>
          <a:solidFill>
            <a:schemeClr val="tx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04</a:t>
            </a:r>
          </a:p>
        </p:txBody>
      </p:sp>
      <p:sp>
        <p:nvSpPr>
          <p:cNvPr id="59" name="Rectangle: Rounded Corners 58">
            <a:extLst>
              <a:ext uri="{FF2B5EF4-FFF2-40B4-BE49-F238E27FC236}">
                <a16:creationId xmlns:a16="http://schemas.microsoft.com/office/drawing/2014/main" id="{50458F4A-DED4-02A2-A07E-54B333D3103F}"/>
              </a:ext>
            </a:extLst>
          </p:cNvPr>
          <p:cNvSpPr/>
          <p:nvPr/>
        </p:nvSpPr>
        <p:spPr>
          <a:xfrm>
            <a:off x="2070337" y="21417158"/>
            <a:ext cx="8829140" cy="5862981"/>
          </a:xfrm>
          <a:prstGeom prst="roundRect">
            <a:avLst/>
          </a:prstGeom>
          <a:solidFill>
            <a:schemeClr val="accent1">
              <a:lumMod val="20000"/>
              <a:lumOff val="80000"/>
            </a:schemeClr>
          </a:solidFill>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dirty="0">
                <a:latin typeface="Cambria" panose="02040503050406030204" pitchFamily="18" charset="0"/>
                <a:ea typeface="Cambria" panose="02040503050406030204" pitchFamily="18" charset="0"/>
              </a:rPr>
              <a:t>	</a:t>
            </a:r>
          </a:p>
        </p:txBody>
      </p:sp>
      <p:sp>
        <p:nvSpPr>
          <p:cNvPr id="62" name="Rectangle: Rounded Corners 61">
            <a:extLst>
              <a:ext uri="{FF2B5EF4-FFF2-40B4-BE49-F238E27FC236}">
                <a16:creationId xmlns:a16="http://schemas.microsoft.com/office/drawing/2014/main" id="{45B76893-F004-16DC-23E1-14114CD3BBF7}"/>
              </a:ext>
            </a:extLst>
          </p:cNvPr>
          <p:cNvSpPr/>
          <p:nvPr/>
        </p:nvSpPr>
        <p:spPr>
          <a:xfrm>
            <a:off x="3665626" y="20686782"/>
            <a:ext cx="5789524" cy="1365447"/>
          </a:xfrm>
          <a:prstGeom prst="roundRect">
            <a:avLst/>
          </a:prstGeom>
          <a:ln>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CÁC CHỨC NĂNG THỰC HIỆN KIỂM THỬ</a:t>
            </a:r>
          </a:p>
        </p:txBody>
      </p:sp>
      <p:sp>
        <p:nvSpPr>
          <p:cNvPr id="70" name="TextBox 69">
            <a:extLst>
              <a:ext uri="{FF2B5EF4-FFF2-40B4-BE49-F238E27FC236}">
                <a16:creationId xmlns:a16="http://schemas.microsoft.com/office/drawing/2014/main" id="{9E673B2D-0071-5322-A8D3-2BD03AA4C123}"/>
              </a:ext>
            </a:extLst>
          </p:cNvPr>
          <p:cNvSpPr txBox="1"/>
          <p:nvPr/>
        </p:nvSpPr>
        <p:spPr>
          <a:xfrm>
            <a:off x="2648402" y="22323854"/>
            <a:ext cx="6838999" cy="4493538"/>
          </a:xfrm>
          <a:prstGeom prst="rect">
            <a:avLst/>
          </a:prstGeom>
          <a:noFill/>
        </p:spPr>
        <p:txBody>
          <a:bodyPr wrap="square" rtlCol="0">
            <a:spAutoFit/>
          </a:bodyPr>
          <a:lstStyle/>
          <a:p>
            <a:pPr marL="457200" indent="-457200">
              <a:buFontTx/>
              <a:buChar char="-"/>
            </a:pPr>
            <a:r>
              <a:rPr lang="en-US" sz="2600" dirty="0" err="1">
                <a:latin typeface="Cambria" panose="02040503050406030204" pitchFamily="18" charset="0"/>
                <a:ea typeface="Cambria" panose="02040503050406030204" pitchFamily="18" charset="0"/>
                <a:cs typeface="Times New Roman" panose="02020603050405020304" pitchFamily="18" charset="0"/>
              </a:rPr>
              <a:t>Đăng</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nhập</a:t>
            </a: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r>
              <a:rPr lang="en-US" sz="2600" dirty="0" err="1">
                <a:latin typeface="Cambria" panose="02040503050406030204" pitchFamily="18" charset="0"/>
                <a:ea typeface="Cambria" panose="02040503050406030204" pitchFamily="18" charset="0"/>
                <a:cs typeface="Times New Roman" panose="02020603050405020304" pitchFamily="18" charset="0"/>
              </a:rPr>
              <a:t>Thêm</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nhân</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viên</a:t>
            </a: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r>
              <a:rPr lang="en-US" sz="2600" dirty="0" err="1">
                <a:latin typeface="Cambria" panose="02040503050406030204" pitchFamily="18" charset="0"/>
                <a:ea typeface="Cambria" panose="02040503050406030204" pitchFamily="18" charset="0"/>
                <a:cs typeface="Times New Roman" panose="02020603050405020304" pitchFamily="18" charset="0"/>
              </a:rPr>
              <a:t>Tìm</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kiếm</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nhân</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viên</a:t>
            </a: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r>
              <a:rPr lang="en-US" sz="2600" dirty="0">
                <a:latin typeface="Cambria" panose="02040503050406030204" pitchFamily="18" charset="0"/>
                <a:ea typeface="Cambria" panose="02040503050406030204" pitchFamily="18" charset="0"/>
                <a:cs typeface="Times New Roman" panose="02020603050405020304" pitchFamily="18" charset="0"/>
              </a:rPr>
              <a:t>Xóa </a:t>
            </a:r>
            <a:r>
              <a:rPr lang="en-US" sz="2600" dirty="0" err="1">
                <a:latin typeface="Cambria" panose="02040503050406030204" pitchFamily="18" charset="0"/>
                <a:ea typeface="Cambria" panose="02040503050406030204" pitchFamily="18" charset="0"/>
                <a:cs typeface="Times New Roman" panose="02020603050405020304" pitchFamily="18" charset="0"/>
              </a:rPr>
              <a:t>nhân</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viên</a:t>
            </a: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r>
              <a:rPr lang="en-US" sz="2600" dirty="0" err="1">
                <a:latin typeface="Cambria" panose="02040503050406030204" pitchFamily="18" charset="0"/>
                <a:ea typeface="Cambria" panose="02040503050406030204" pitchFamily="18" charset="0"/>
                <a:cs typeface="Times New Roman" panose="02020603050405020304" pitchFamily="18" charset="0"/>
              </a:rPr>
              <a:t>Đăng</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ký</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nghỉ</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phép</a:t>
            </a: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endParaRPr lang="en-US" sz="2600" dirty="0">
              <a:latin typeface="Cambria" panose="02040503050406030204" pitchFamily="18" charset="0"/>
              <a:ea typeface="Cambria" panose="02040503050406030204" pitchFamily="18" charset="0"/>
              <a:cs typeface="Times New Roman" panose="02020603050405020304" pitchFamily="18" charset="0"/>
            </a:endParaRPr>
          </a:p>
          <a:p>
            <a:pPr marL="457200" indent="-457200">
              <a:buFontTx/>
              <a:buChar char="-"/>
            </a:pPr>
            <a:r>
              <a:rPr lang="en-US" sz="2600" dirty="0">
                <a:latin typeface="Cambria" panose="02040503050406030204" pitchFamily="18" charset="0"/>
                <a:ea typeface="Cambria" panose="02040503050406030204" pitchFamily="18" charset="0"/>
                <a:cs typeface="Times New Roman" panose="02020603050405020304" pitchFamily="18" charset="0"/>
              </a:rPr>
              <a:t>Cập </a:t>
            </a:r>
            <a:r>
              <a:rPr lang="en-US" sz="2600" dirty="0" err="1">
                <a:latin typeface="Cambria" panose="02040503050406030204" pitchFamily="18" charset="0"/>
                <a:ea typeface="Cambria" panose="02040503050406030204" pitchFamily="18" charset="0"/>
                <a:cs typeface="Times New Roman" panose="02020603050405020304" pitchFamily="18" charset="0"/>
              </a:rPr>
              <a:t>nhật</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thông</a:t>
            </a:r>
            <a:r>
              <a:rPr lang="en-US" sz="2600" dirty="0">
                <a:latin typeface="Cambria" panose="02040503050406030204" pitchFamily="18" charset="0"/>
                <a:ea typeface="Cambria" panose="02040503050406030204" pitchFamily="18" charset="0"/>
                <a:cs typeface="Times New Roman" panose="02020603050405020304" pitchFamily="18" charset="0"/>
              </a:rPr>
              <a:t> tin </a:t>
            </a:r>
            <a:r>
              <a:rPr lang="en-US" sz="2600" dirty="0" err="1">
                <a:latin typeface="Cambria" panose="02040503050406030204" pitchFamily="18" charset="0"/>
                <a:ea typeface="Cambria" panose="02040503050406030204" pitchFamily="18" charset="0"/>
                <a:cs typeface="Times New Roman" panose="02020603050405020304" pitchFamily="18" charset="0"/>
              </a:rPr>
              <a:t>cá</a:t>
            </a:r>
            <a:r>
              <a:rPr lang="en-US" sz="2600" dirty="0">
                <a:latin typeface="Cambria" panose="02040503050406030204" pitchFamily="18" charset="0"/>
                <a:ea typeface="Cambria" panose="02040503050406030204" pitchFamily="18" charset="0"/>
                <a:cs typeface="Times New Roman" panose="02020603050405020304" pitchFamily="18" charset="0"/>
              </a:rPr>
              <a:t> </a:t>
            </a:r>
            <a:r>
              <a:rPr lang="en-US" sz="2600" dirty="0" err="1">
                <a:latin typeface="Cambria" panose="02040503050406030204" pitchFamily="18" charset="0"/>
                <a:ea typeface="Cambria" panose="02040503050406030204" pitchFamily="18" charset="0"/>
                <a:cs typeface="Times New Roman" panose="02020603050405020304" pitchFamily="18" charset="0"/>
              </a:rPr>
              <a:t>nhân</a:t>
            </a:r>
            <a:endParaRPr lang="en-US" sz="2600" dirty="0">
              <a:latin typeface="Cambria" panose="02040503050406030204" pitchFamily="18" charset="0"/>
              <a:ea typeface="Cambria" panose="02040503050406030204" pitchFamily="18" charset="0"/>
              <a:cs typeface="Times New Roman" panose="02020603050405020304" pitchFamily="18" charset="0"/>
            </a:endParaRPr>
          </a:p>
        </p:txBody>
      </p:sp>
      <p:sp>
        <p:nvSpPr>
          <p:cNvPr id="74" name="Rectangle: Rounded Corners 73">
            <a:extLst>
              <a:ext uri="{FF2B5EF4-FFF2-40B4-BE49-F238E27FC236}">
                <a16:creationId xmlns:a16="http://schemas.microsoft.com/office/drawing/2014/main" id="{144AA2E6-1008-E013-664B-7827979A8574}"/>
              </a:ext>
            </a:extLst>
          </p:cNvPr>
          <p:cNvSpPr/>
          <p:nvPr/>
        </p:nvSpPr>
        <p:spPr>
          <a:xfrm>
            <a:off x="13350541" y="14207302"/>
            <a:ext cx="7836812" cy="148703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Box 74">
            <a:extLst>
              <a:ext uri="{FF2B5EF4-FFF2-40B4-BE49-F238E27FC236}">
                <a16:creationId xmlns:a16="http://schemas.microsoft.com/office/drawing/2014/main" id="{A9D208ED-0367-E574-E0C3-1FB251EE930E}"/>
              </a:ext>
            </a:extLst>
          </p:cNvPr>
          <p:cNvSpPr txBox="1"/>
          <p:nvPr/>
        </p:nvSpPr>
        <p:spPr>
          <a:xfrm>
            <a:off x="13477556" y="14316947"/>
            <a:ext cx="3398519" cy="1218410"/>
          </a:xfrm>
          <a:prstGeom prst="rect">
            <a:avLst/>
          </a:prstGeom>
          <a:noFill/>
        </p:spPr>
        <p:txBody>
          <a:bodyPr wrap="square" rtlCol="0">
            <a:spAutoFit/>
          </a:bodyPr>
          <a:lstStyle/>
          <a:p>
            <a:pPr>
              <a:lnSpc>
                <a:spcPct val="150000"/>
              </a:lnSpc>
            </a:pPr>
            <a:r>
              <a:rPr lang="en-US" sz="2600" dirty="0" err="1">
                <a:latin typeface="Cambria" panose="02040503050406030204" pitchFamily="18" charset="0"/>
                <a:ea typeface="Cambria" panose="02040503050406030204" pitchFamily="18" charset="0"/>
              </a:rPr>
              <a:t>Kiểm</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thử</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tự</a:t>
            </a:r>
            <a:r>
              <a:rPr lang="en-US" sz="2600" dirty="0">
                <a:latin typeface="Cambria" panose="02040503050406030204" pitchFamily="18" charset="0"/>
                <a:ea typeface="Cambria" panose="02040503050406030204" pitchFamily="18" charset="0"/>
              </a:rPr>
              <a:t> </a:t>
            </a:r>
            <a:r>
              <a:rPr lang="en-US" sz="2600" dirty="0" err="1">
                <a:latin typeface="Cambria" panose="02040503050406030204" pitchFamily="18" charset="0"/>
                <a:ea typeface="Cambria" panose="02040503050406030204" pitchFamily="18" charset="0"/>
              </a:rPr>
              <a:t>động</a:t>
            </a:r>
            <a:endParaRPr lang="en-US" sz="2600" dirty="0">
              <a:latin typeface="Cambria" panose="02040503050406030204" pitchFamily="18" charset="0"/>
              <a:ea typeface="Cambria" panose="02040503050406030204" pitchFamily="18" charset="0"/>
            </a:endParaRPr>
          </a:p>
          <a:p>
            <a:pPr>
              <a:lnSpc>
                <a:spcPct val="150000"/>
              </a:lnSpc>
            </a:pPr>
            <a:r>
              <a:rPr lang="en-US" sz="2600" b="1" dirty="0">
                <a:latin typeface="Cambria" panose="02040503050406030204" pitchFamily="18" charset="0"/>
                <a:ea typeface="Cambria" panose="02040503050406030204" pitchFamily="18" charset="0"/>
              </a:rPr>
              <a:t>51</a:t>
            </a:r>
            <a:r>
              <a:rPr lang="en-US" sz="2600" dirty="0">
                <a:latin typeface="Cambria" panose="02040503050406030204" pitchFamily="18" charset="0"/>
                <a:ea typeface="Cambria" panose="02040503050406030204" pitchFamily="18" charset="0"/>
              </a:rPr>
              <a:t> test cases</a:t>
            </a:r>
          </a:p>
        </p:txBody>
      </p:sp>
      <p:sp>
        <p:nvSpPr>
          <p:cNvPr id="77" name="Oval 76">
            <a:extLst>
              <a:ext uri="{FF2B5EF4-FFF2-40B4-BE49-F238E27FC236}">
                <a16:creationId xmlns:a16="http://schemas.microsoft.com/office/drawing/2014/main" id="{98BAE79E-7102-28FA-0E1F-843DF7A8778C}"/>
              </a:ext>
            </a:extLst>
          </p:cNvPr>
          <p:cNvSpPr/>
          <p:nvPr/>
        </p:nvSpPr>
        <p:spPr>
          <a:xfrm>
            <a:off x="17203563" y="14304976"/>
            <a:ext cx="719347" cy="584703"/>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50 </a:t>
            </a:r>
          </a:p>
        </p:txBody>
      </p:sp>
      <p:sp>
        <p:nvSpPr>
          <p:cNvPr id="78" name="Oval 77">
            <a:extLst>
              <a:ext uri="{FF2B5EF4-FFF2-40B4-BE49-F238E27FC236}">
                <a16:creationId xmlns:a16="http://schemas.microsoft.com/office/drawing/2014/main" id="{F9E566D8-A414-B6A9-2ADC-CBDAB08523A8}"/>
              </a:ext>
            </a:extLst>
          </p:cNvPr>
          <p:cNvSpPr/>
          <p:nvPr/>
        </p:nvSpPr>
        <p:spPr>
          <a:xfrm>
            <a:off x="17203563" y="15005359"/>
            <a:ext cx="719347" cy="584703"/>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1 </a:t>
            </a:r>
          </a:p>
        </p:txBody>
      </p:sp>
      <p:sp>
        <p:nvSpPr>
          <p:cNvPr id="79" name="TextBox 78">
            <a:extLst>
              <a:ext uri="{FF2B5EF4-FFF2-40B4-BE49-F238E27FC236}">
                <a16:creationId xmlns:a16="http://schemas.microsoft.com/office/drawing/2014/main" id="{22751969-2E33-5204-578D-61D00306DC3D}"/>
              </a:ext>
            </a:extLst>
          </p:cNvPr>
          <p:cNvSpPr txBox="1"/>
          <p:nvPr/>
        </p:nvSpPr>
        <p:spPr>
          <a:xfrm>
            <a:off x="17996191" y="14207302"/>
            <a:ext cx="3398519" cy="618246"/>
          </a:xfrm>
          <a:prstGeom prst="rect">
            <a:avLst/>
          </a:prstGeom>
          <a:noFill/>
        </p:spPr>
        <p:txBody>
          <a:bodyPr wrap="square" rtlCol="0">
            <a:spAutoFit/>
          </a:bodyPr>
          <a:lstStyle/>
          <a:p>
            <a:pPr>
              <a:lnSpc>
                <a:spcPct val="150000"/>
              </a:lnSpc>
            </a:pPr>
            <a:r>
              <a:rPr lang="en-US" sz="2600" dirty="0">
                <a:latin typeface="Cambria" panose="02040503050406030204" pitchFamily="18" charset="0"/>
                <a:ea typeface="Cambria" panose="02040503050406030204" pitchFamily="18" charset="0"/>
              </a:rPr>
              <a:t>Test cases PASS</a:t>
            </a:r>
          </a:p>
        </p:txBody>
      </p:sp>
      <p:sp>
        <p:nvSpPr>
          <p:cNvPr id="80" name="TextBox 79">
            <a:extLst>
              <a:ext uri="{FF2B5EF4-FFF2-40B4-BE49-F238E27FC236}">
                <a16:creationId xmlns:a16="http://schemas.microsoft.com/office/drawing/2014/main" id="{AF5F812A-25B2-93E4-11AD-FF60C383E750}"/>
              </a:ext>
            </a:extLst>
          </p:cNvPr>
          <p:cNvSpPr txBox="1"/>
          <p:nvPr/>
        </p:nvSpPr>
        <p:spPr>
          <a:xfrm>
            <a:off x="18018540" y="14889679"/>
            <a:ext cx="3398519" cy="618246"/>
          </a:xfrm>
          <a:prstGeom prst="rect">
            <a:avLst/>
          </a:prstGeom>
          <a:noFill/>
        </p:spPr>
        <p:txBody>
          <a:bodyPr wrap="square" rtlCol="0">
            <a:spAutoFit/>
          </a:bodyPr>
          <a:lstStyle/>
          <a:p>
            <a:pPr>
              <a:lnSpc>
                <a:spcPct val="150000"/>
              </a:lnSpc>
            </a:pPr>
            <a:r>
              <a:rPr lang="en-US" sz="2600" dirty="0">
                <a:latin typeface="Cambria" panose="02040503050406030204" pitchFamily="18" charset="0"/>
                <a:ea typeface="Cambria" panose="02040503050406030204" pitchFamily="18" charset="0"/>
              </a:rPr>
              <a:t>Test cases FAIL</a:t>
            </a:r>
          </a:p>
        </p:txBody>
      </p:sp>
      <p:pic>
        <p:nvPicPr>
          <p:cNvPr id="84" name="Picture 83">
            <a:extLst>
              <a:ext uri="{FF2B5EF4-FFF2-40B4-BE49-F238E27FC236}">
                <a16:creationId xmlns:a16="http://schemas.microsoft.com/office/drawing/2014/main" id="{B948A389-A33B-6D8A-AD9E-CA22F7C1ACFB}"/>
              </a:ext>
            </a:extLst>
          </p:cNvPr>
          <p:cNvPicPr>
            <a:picLocks noChangeAspect="1"/>
          </p:cNvPicPr>
          <p:nvPr/>
        </p:nvPicPr>
        <p:blipFill>
          <a:blip r:embed="rId4"/>
          <a:stretch>
            <a:fillRect/>
          </a:stretch>
        </p:blipFill>
        <p:spPr>
          <a:xfrm>
            <a:off x="12393049" y="16040940"/>
            <a:ext cx="9509347" cy="2261682"/>
          </a:xfrm>
          <a:prstGeom prst="rect">
            <a:avLst/>
          </a:prstGeom>
        </p:spPr>
      </p:pic>
      <p:sp>
        <p:nvSpPr>
          <p:cNvPr id="85" name="TextBox 84">
            <a:extLst>
              <a:ext uri="{FF2B5EF4-FFF2-40B4-BE49-F238E27FC236}">
                <a16:creationId xmlns:a16="http://schemas.microsoft.com/office/drawing/2014/main" id="{9A9F5D2C-1C50-BB1E-8C8D-7F041F59449B}"/>
              </a:ext>
            </a:extLst>
          </p:cNvPr>
          <p:cNvSpPr txBox="1"/>
          <p:nvPr/>
        </p:nvSpPr>
        <p:spPr>
          <a:xfrm>
            <a:off x="14300351" y="18364076"/>
            <a:ext cx="6156743" cy="492443"/>
          </a:xfrm>
          <a:prstGeom prst="rect">
            <a:avLst/>
          </a:prstGeom>
          <a:noFill/>
        </p:spPr>
        <p:txBody>
          <a:bodyPr wrap="square" rtlCol="0">
            <a:spAutoFit/>
          </a:bodyPr>
          <a:lstStyle/>
          <a:p>
            <a:r>
              <a:rPr lang="en-US" sz="2600" i="1" dirty="0" err="1">
                <a:latin typeface="Cambria" panose="02040503050406030204" pitchFamily="18" charset="0"/>
                <a:ea typeface="Cambria" panose="02040503050406030204" pitchFamily="18" charset="0"/>
              </a:rPr>
              <a:t>Hình</a:t>
            </a:r>
            <a:r>
              <a:rPr lang="en-US" sz="2600" i="1" dirty="0">
                <a:latin typeface="Cambria" panose="02040503050406030204" pitchFamily="18" charset="0"/>
                <a:ea typeface="Cambria" panose="02040503050406030204" pitchFamily="18" charset="0"/>
              </a:rPr>
              <a:t> 1: </a:t>
            </a:r>
            <a:r>
              <a:rPr lang="en-US" sz="2600" i="1" dirty="0" err="1">
                <a:latin typeface="Cambria" panose="02040503050406030204" pitchFamily="18" charset="0"/>
                <a:ea typeface="Cambria" panose="02040503050406030204" pitchFamily="18" charset="0"/>
              </a:rPr>
              <a:t>Dữ</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liệu</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đầu</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vào</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chức</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năng</a:t>
            </a:r>
            <a:endParaRPr lang="en-US" sz="2600" i="1" dirty="0">
              <a:latin typeface="Cambria" panose="02040503050406030204" pitchFamily="18" charset="0"/>
              <a:ea typeface="Cambria" panose="02040503050406030204" pitchFamily="18" charset="0"/>
            </a:endParaRPr>
          </a:p>
        </p:txBody>
      </p:sp>
      <p:pic>
        <p:nvPicPr>
          <p:cNvPr id="86" name="Picture 85">
            <a:extLst>
              <a:ext uri="{FF2B5EF4-FFF2-40B4-BE49-F238E27FC236}">
                <a16:creationId xmlns:a16="http://schemas.microsoft.com/office/drawing/2014/main" id="{A3928270-E4F6-F1FC-8181-5A2B067ADCE0}"/>
              </a:ext>
            </a:extLst>
          </p:cNvPr>
          <p:cNvPicPr>
            <a:picLocks noChangeAspect="1"/>
          </p:cNvPicPr>
          <p:nvPr/>
        </p:nvPicPr>
        <p:blipFill>
          <a:blip r:embed="rId5"/>
          <a:stretch>
            <a:fillRect/>
          </a:stretch>
        </p:blipFill>
        <p:spPr>
          <a:xfrm>
            <a:off x="12393049" y="23016759"/>
            <a:ext cx="9483299" cy="2906399"/>
          </a:xfrm>
          <a:prstGeom prst="rect">
            <a:avLst/>
          </a:prstGeom>
        </p:spPr>
      </p:pic>
      <p:sp>
        <p:nvSpPr>
          <p:cNvPr id="88" name="TextBox 87">
            <a:extLst>
              <a:ext uri="{FF2B5EF4-FFF2-40B4-BE49-F238E27FC236}">
                <a16:creationId xmlns:a16="http://schemas.microsoft.com/office/drawing/2014/main" id="{36BB7691-65F3-3042-AB9F-58D2F73AC0B5}"/>
              </a:ext>
            </a:extLst>
          </p:cNvPr>
          <p:cNvSpPr txBox="1"/>
          <p:nvPr/>
        </p:nvSpPr>
        <p:spPr>
          <a:xfrm>
            <a:off x="14279068" y="25985208"/>
            <a:ext cx="6156743" cy="492443"/>
          </a:xfrm>
          <a:prstGeom prst="rect">
            <a:avLst/>
          </a:prstGeom>
          <a:noFill/>
        </p:spPr>
        <p:txBody>
          <a:bodyPr wrap="square" rtlCol="0">
            <a:spAutoFit/>
          </a:bodyPr>
          <a:lstStyle/>
          <a:p>
            <a:r>
              <a:rPr lang="en-US" sz="2600" i="1" dirty="0" err="1">
                <a:latin typeface="Cambria" panose="02040503050406030204" pitchFamily="18" charset="0"/>
                <a:ea typeface="Cambria" panose="02040503050406030204" pitchFamily="18" charset="0"/>
              </a:rPr>
              <a:t>Hình</a:t>
            </a:r>
            <a:r>
              <a:rPr lang="en-US" sz="2600" i="1" dirty="0">
                <a:latin typeface="Cambria" panose="02040503050406030204" pitchFamily="18" charset="0"/>
                <a:ea typeface="Cambria" panose="02040503050406030204" pitchFamily="18" charset="0"/>
              </a:rPr>
              <a:t> 3: Báo </a:t>
            </a:r>
            <a:r>
              <a:rPr lang="en-US" sz="2600" i="1" dirty="0" err="1">
                <a:latin typeface="Cambria" panose="02040503050406030204" pitchFamily="18" charset="0"/>
                <a:ea typeface="Cambria" panose="02040503050406030204" pitchFamily="18" charset="0"/>
              </a:rPr>
              <a:t>cáo</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kiểm</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thử</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chức</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năng</a:t>
            </a:r>
            <a:endParaRPr lang="en-US" sz="2600" i="1" dirty="0">
              <a:latin typeface="Cambria" panose="02040503050406030204" pitchFamily="18" charset="0"/>
              <a:ea typeface="Cambria" panose="02040503050406030204" pitchFamily="18" charset="0"/>
            </a:endParaRPr>
          </a:p>
        </p:txBody>
      </p:sp>
      <p:pic>
        <p:nvPicPr>
          <p:cNvPr id="90" name="Picture 89">
            <a:extLst>
              <a:ext uri="{FF2B5EF4-FFF2-40B4-BE49-F238E27FC236}">
                <a16:creationId xmlns:a16="http://schemas.microsoft.com/office/drawing/2014/main" id="{AB11C32C-C396-5BB0-8EE3-9394E582AC14}"/>
              </a:ext>
            </a:extLst>
          </p:cNvPr>
          <p:cNvPicPr>
            <a:picLocks noChangeAspect="1"/>
          </p:cNvPicPr>
          <p:nvPr/>
        </p:nvPicPr>
        <p:blipFill>
          <a:blip r:embed="rId6"/>
          <a:stretch>
            <a:fillRect/>
          </a:stretch>
        </p:blipFill>
        <p:spPr>
          <a:xfrm>
            <a:off x="12416950" y="19387947"/>
            <a:ext cx="9459398" cy="2633481"/>
          </a:xfrm>
          <a:prstGeom prst="rect">
            <a:avLst/>
          </a:prstGeom>
        </p:spPr>
      </p:pic>
      <p:sp>
        <p:nvSpPr>
          <p:cNvPr id="91" name="TextBox 90">
            <a:extLst>
              <a:ext uri="{FF2B5EF4-FFF2-40B4-BE49-F238E27FC236}">
                <a16:creationId xmlns:a16="http://schemas.microsoft.com/office/drawing/2014/main" id="{BE71E228-4EF3-3CF6-C1EB-7C3E0D088404}"/>
              </a:ext>
            </a:extLst>
          </p:cNvPr>
          <p:cNvSpPr txBox="1"/>
          <p:nvPr/>
        </p:nvSpPr>
        <p:spPr>
          <a:xfrm>
            <a:off x="14300351" y="22183252"/>
            <a:ext cx="6156743" cy="492443"/>
          </a:xfrm>
          <a:prstGeom prst="rect">
            <a:avLst/>
          </a:prstGeom>
          <a:noFill/>
        </p:spPr>
        <p:txBody>
          <a:bodyPr wrap="square" rtlCol="0">
            <a:spAutoFit/>
          </a:bodyPr>
          <a:lstStyle/>
          <a:p>
            <a:r>
              <a:rPr lang="en-US" sz="2600" i="1" dirty="0" err="1">
                <a:latin typeface="Cambria" panose="02040503050406030204" pitchFamily="18" charset="0"/>
                <a:ea typeface="Cambria" panose="02040503050406030204" pitchFamily="18" charset="0"/>
              </a:rPr>
              <a:t>Hình</a:t>
            </a:r>
            <a:r>
              <a:rPr lang="en-US" sz="2600" i="1" dirty="0">
                <a:latin typeface="Cambria" panose="02040503050406030204" pitchFamily="18" charset="0"/>
                <a:ea typeface="Cambria" panose="02040503050406030204" pitchFamily="18" charset="0"/>
              </a:rPr>
              <a:t> 2: Báo </a:t>
            </a:r>
            <a:r>
              <a:rPr lang="en-US" sz="2600" i="1" dirty="0" err="1">
                <a:latin typeface="Cambria" panose="02040503050406030204" pitchFamily="18" charset="0"/>
                <a:ea typeface="Cambria" panose="02040503050406030204" pitchFamily="18" charset="0"/>
              </a:rPr>
              <a:t>cáo</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đầu</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ra</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chức</a:t>
            </a:r>
            <a:r>
              <a:rPr lang="en-US" sz="2600" i="1" dirty="0">
                <a:latin typeface="Cambria" panose="02040503050406030204" pitchFamily="18" charset="0"/>
                <a:ea typeface="Cambria" panose="02040503050406030204" pitchFamily="18" charset="0"/>
              </a:rPr>
              <a:t> </a:t>
            </a:r>
            <a:r>
              <a:rPr lang="en-US" sz="2600" i="1" dirty="0" err="1">
                <a:latin typeface="Cambria" panose="02040503050406030204" pitchFamily="18" charset="0"/>
                <a:ea typeface="Cambria" panose="02040503050406030204" pitchFamily="18" charset="0"/>
              </a:rPr>
              <a:t>năng</a:t>
            </a:r>
            <a:endParaRPr lang="en-US" sz="2600" i="1" dirty="0">
              <a:latin typeface="Cambria" panose="02040503050406030204" pitchFamily="18" charset="0"/>
              <a:ea typeface="Cambria" panose="020405030504060302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TotalTime>
  <Words>365</Words>
  <Application>Microsoft Office PowerPoint</Application>
  <PresentationFormat>Custom</PresentationFormat>
  <Paragraphs>56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Cambria</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 Vu</dc:creator>
  <cp:lastModifiedBy>Phương Phạm</cp:lastModifiedBy>
  <cp:revision>8</cp:revision>
  <dcterms:created xsi:type="dcterms:W3CDTF">2006-08-16T00:00:00Z</dcterms:created>
  <dcterms:modified xsi:type="dcterms:W3CDTF">2026-05-08T16:50:58Z</dcterms:modified>
  <dc:identifier>DAG6QAHpc6w</dc:identifier>
</cp:coreProperties>
</file>